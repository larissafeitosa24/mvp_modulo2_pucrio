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83" r:id="rId4"/>
  </p:sldMasterIdLst>
  <p:notesMasterIdLst>
    <p:notesMasterId r:id="rId15"/>
  </p:notesMasterIdLst>
  <p:handoutMasterIdLst>
    <p:handoutMasterId r:id="rId16"/>
  </p:handoutMasterIdLst>
  <p:sldIdLst>
    <p:sldId id="2134807700" r:id="rId5"/>
    <p:sldId id="2134807698" r:id="rId6"/>
    <p:sldId id="2134807701" r:id="rId7"/>
    <p:sldId id="2134807702" r:id="rId8"/>
    <p:sldId id="2134807712" r:id="rId9"/>
    <p:sldId id="2134807715" r:id="rId10"/>
    <p:sldId id="2134807711" r:id="rId11"/>
    <p:sldId id="2134807706" r:id="rId12"/>
    <p:sldId id="2134807714" r:id="rId13"/>
    <p:sldId id="490" r:id="rId14"/>
  </p:sldIdLst>
  <p:sldSz cx="24382413" cy="13716000"/>
  <p:notesSz cx="6858000" cy="9144000"/>
  <p:embeddedFontLst>
    <p:embeddedFont>
      <p:font typeface="IberPangea Text" panose="020B0604020202020204" charset="0"/>
      <p:regular r:id="rId17"/>
      <p:bold r:id="rId18"/>
      <p:italic r:id="rId19"/>
      <p:boldItalic r:id="rId20"/>
    </p:embeddedFont>
    <p:embeddedFont>
      <p:font typeface="IberPangea Text Light" panose="020B0604020202020204" charset="0"/>
      <p:regular r:id="rId21"/>
      <p:italic r:id="rId22"/>
    </p:embeddedFont>
  </p:embeddedFontLst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2" charset="7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2" charset="7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2" charset="7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2" charset="7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2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2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2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2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2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9A8CF5-BC38-E751-09AC-711DD2123EAB}" name="Sarda Lino, Sara" initials="SLS" userId="S::ssarda@iberdrola.es::628821d0-a4f1-4cec-bac1-c42dfee3e8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A443"/>
    <a:srgbClr val="D9D9D9"/>
    <a:srgbClr val="F2F2F2"/>
    <a:srgbClr val="FFF5EC"/>
    <a:srgbClr val="FFFFFF"/>
    <a:srgbClr val="0780EC"/>
    <a:srgbClr val="F3F3F3"/>
    <a:srgbClr val="F1F1F4"/>
    <a:srgbClr val="F3F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F641E4-E160-DF8F-C844-3D000D59E792}" v="250" dt="2025-10-13T15:45:04.899"/>
    <p1510:client id="{53AD5F43-0B64-39F4-8C71-F8ADAECD813D}" v="104" dt="2025-10-13T17:33:56.245"/>
    <p1510:client id="{6B25327B-EE56-4C25-8937-8E697A33DF5C}" v="4" dt="2025-10-13T18:54:50.314"/>
    <p1510:client id="{73C28FC0-D32D-32F6-37D7-6F474239D11E}" v="48" dt="2025-10-13T15:48:59.372"/>
    <p1510:client id="{BC0032D2-B454-7A79-DB8A-2223D894459F}" v="105" dt="2025-10-13T17:29:19.362"/>
    <p1510:client id="{BFDFC391-BA84-22F8-607F-FAC615682B22}" v="218" dt="2025-10-13T19:41:17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TOSA DO CARMO, LARISSA" userId="S::larissa.carmo@neoenergia.com::764ade2a-587d-408b-8708-fa5ae7562f99" providerId="AD" clId="Web-{BC0032D2-B454-7A79-DB8A-2223D894459F}"/>
    <pc:docChg chg="modSld">
      <pc:chgData name="FEITOSA DO CARMO, LARISSA" userId="S::larissa.carmo@neoenergia.com::764ade2a-587d-408b-8708-fa5ae7562f99" providerId="AD" clId="Web-{BC0032D2-B454-7A79-DB8A-2223D894459F}" dt="2025-10-13T17:29:19.362" v="103" actId="1076"/>
      <pc:docMkLst>
        <pc:docMk/>
      </pc:docMkLst>
      <pc:sldChg chg="modSp">
        <pc:chgData name="FEITOSA DO CARMO, LARISSA" userId="S::larissa.carmo@neoenergia.com::764ade2a-587d-408b-8708-fa5ae7562f99" providerId="AD" clId="Web-{BC0032D2-B454-7A79-DB8A-2223D894459F}" dt="2025-10-13T17:29:19.362" v="103" actId="1076"/>
        <pc:sldMkLst>
          <pc:docMk/>
          <pc:sldMk cId="1278599614" sldId="2134807706"/>
        </pc:sldMkLst>
        <pc:spChg chg="mod">
          <ac:chgData name="FEITOSA DO CARMO, LARISSA" userId="S::larissa.carmo@neoenergia.com::764ade2a-587d-408b-8708-fa5ae7562f99" providerId="AD" clId="Web-{BC0032D2-B454-7A79-DB8A-2223D894459F}" dt="2025-10-13T17:29:19.362" v="103" actId="1076"/>
          <ac:spMkLst>
            <pc:docMk/>
            <pc:sldMk cId="1278599614" sldId="2134807706"/>
            <ac:spMk id="5" creationId="{D813FC05-A57A-6977-997F-0DBA98E33F85}"/>
          </ac:spMkLst>
        </pc:spChg>
        <pc:spChg chg="mod">
          <ac:chgData name="FEITOSA DO CARMO, LARISSA" userId="S::larissa.carmo@neoenergia.com::764ade2a-587d-408b-8708-fa5ae7562f99" providerId="AD" clId="Web-{BC0032D2-B454-7A79-DB8A-2223D894459F}" dt="2025-10-13T17:29:15.081" v="102" actId="14100"/>
          <ac:spMkLst>
            <pc:docMk/>
            <pc:sldMk cId="1278599614" sldId="2134807706"/>
            <ac:spMk id="6" creationId="{1F8D5F93-99A4-3066-0297-4BCB1FD2971D}"/>
          </ac:spMkLst>
        </pc:spChg>
      </pc:sldChg>
    </pc:docChg>
  </pc:docChgLst>
  <pc:docChgLst>
    <pc:chgData name="FEITOSA DO CARMO, LARISSA" userId="S::larissa.carmo@neoenergia.com::764ade2a-587d-408b-8708-fa5ae7562f99" providerId="AD" clId="Web-{BFDFC391-BA84-22F8-607F-FAC615682B22}"/>
    <pc:docChg chg="delSld modSld">
      <pc:chgData name="FEITOSA DO CARMO, LARISSA" userId="S::larissa.carmo@neoenergia.com::764ade2a-587d-408b-8708-fa5ae7562f99" providerId="AD" clId="Web-{BFDFC391-BA84-22F8-607F-FAC615682B22}" dt="2025-10-13T19:41:17.489" v="215"/>
      <pc:docMkLst>
        <pc:docMk/>
      </pc:docMkLst>
      <pc:sldChg chg="del">
        <pc:chgData name="FEITOSA DO CARMO, LARISSA" userId="S::larissa.carmo@neoenergia.com::764ade2a-587d-408b-8708-fa5ae7562f99" providerId="AD" clId="Web-{BFDFC391-BA84-22F8-607F-FAC615682B22}" dt="2025-10-13T19:39:42.891" v="211"/>
        <pc:sldMkLst>
          <pc:docMk/>
          <pc:sldMk cId="1821036815" sldId="2134807703"/>
        </pc:sldMkLst>
      </pc:sldChg>
      <pc:sldChg chg="del">
        <pc:chgData name="FEITOSA DO CARMO, LARISSA" userId="S::larissa.carmo@neoenergia.com::764ade2a-587d-408b-8708-fa5ae7562f99" providerId="AD" clId="Web-{BFDFC391-BA84-22F8-607F-FAC615682B22}" dt="2025-10-13T19:39:29.218" v="210"/>
        <pc:sldMkLst>
          <pc:docMk/>
          <pc:sldMk cId="926073420" sldId="2134807704"/>
        </pc:sldMkLst>
      </pc:sldChg>
      <pc:sldChg chg="del">
        <pc:chgData name="FEITOSA DO CARMO, LARISSA" userId="S::larissa.carmo@neoenergia.com::764ade2a-587d-408b-8708-fa5ae7562f99" providerId="AD" clId="Web-{BFDFC391-BA84-22F8-607F-FAC615682B22}" dt="2025-10-13T19:39:52.501" v="212"/>
        <pc:sldMkLst>
          <pc:docMk/>
          <pc:sldMk cId="2883781182" sldId="2134807705"/>
        </pc:sldMkLst>
      </pc:sldChg>
      <pc:sldChg chg="modSp">
        <pc:chgData name="FEITOSA DO CARMO, LARISSA" userId="S::larissa.carmo@neoenergia.com::764ade2a-587d-408b-8708-fa5ae7562f99" providerId="AD" clId="Web-{BFDFC391-BA84-22F8-607F-FAC615682B22}" dt="2025-10-13T19:40:15.705" v="214" actId="20577"/>
        <pc:sldMkLst>
          <pc:docMk/>
          <pc:sldMk cId="1278599614" sldId="2134807706"/>
        </pc:sldMkLst>
        <pc:spChg chg="mod">
          <ac:chgData name="FEITOSA DO CARMO, LARISSA" userId="S::larissa.carmo@neoenergia.com::764ade2a-587d-408b-8708-fa5ae7562f99" providerId="AD" clId="Web-{BFDFC391-BA84-22F8-607F-FAC615682B22}" dt="2025-10-13T19:40:15.705" v="214" actId="20577"/>
          <ac:spMkLst>
            <pc:docMk/>
            <pc:sldMk cId="1278599614" sldId="2134807706"/>
            <ac:spMk id="5" creationId="{D813FC05-A57A-6977-997F-0DBA98E33F85}"/>
          </ac:spMkLst>
        </pc:spChg>
      </pc:sldChg>
      <pc:sldChg chg="del">
        <pc:chgData name="FEITOSA DO CARMO, LARISSA" userId="S::larissa.carmo@neoenergia.com::764ade2a-587d-408b-8708-fa5ae7562f99" providerId="AD" clId="Web-{BFDFC391-BA84-22F8-607F-FAC615682B22}" dt="2025-10-13T19:41:17.489" v="215"/>
        <pc:sldMkLst>
          <pc:docMk/>
          <pc:sldMk cId="464213344" sldId="2134807713"/>
        </pc:sldMkLst>
      </pc:sldChg>
    </pc:docChg>
  </pc:docChgLst>
  <pc:docChgLst>
    <pc:chgData name="FEITOSA DO CARMO, LARISSA" userId="S::larissa.carmo@neoenergia.com::764ade2a-587d-408b-8708-fa5ae7562f99" providerId="AD" clId="Web-{73C28FC0-D32D-32F6-37D7-6F474239D11E}"/>
    <pc:docChg chg="modSld">
      <pc:chgData name="FEITOSA DO CARMO, LARISSA" userId="S::larissa.carmo@neoenergia.com::764ade2a-587d-408b-8708-fa5ae7562f99" providerId="AD" clId="Web-{73C28FC0-D32D-32F6-37D7-6F474239D11E}" dt="2025-10-13T15:48:59.028" v="44" actId="20577"/>
      <pc:docMkLst>
        <pc:docMk/>
      </pc:docMkLst>
      <pc:sldChg chg="addSp delSp modSp">
        <pc:chgData name="FEITOSA DO CARMO, LARISSA" userId="S::larissa.carmo@neoenergia.com::764ade2a-587d-408b-8708-fa5ae7562f99" providerId="AD" clId="Web-{73C28FC0-D32D-32F6-37D7-6F474239D11E}" dt="2025-10-13T15:48:59.028" v="44" actId="20577"/>
        <pc:sldMkLst>
          <pc:docMk/>
          <pc:sldMk cId="1278599614" sldId="2134807706"/>
        </pc:sldMkLst>
        <pc:spChg chg="add del mod">
          <ac:chgData name="FEITOSA DO CARMO, LARISSA" userId="S::larissa.carmo@neoenergia.com::764ade2a-587d-408b-8708-fa5ae7562f99" providerId="AD" clId="Web-{73C28FC0-D32D-32F6-37D7-6F474239D11E}" dt="2025-10-13T15:47:12.856" v="14"/>
          <ac:spMkLst>
            <pc:docMk/>
            <pc:sldMk cId="1278599614" sldId="2134807706"/>
            <ac:spMk id="3" creationId="{37034D0E-3CBD-9B1D-AE67-4766CCC3CFDB}"/>
          </ac:spMkLst>
        </pc:spChg>
        <pc:spChg chg="mod">
          <ac:chgData name="FEITOSA DO CARMO, LARISSA" userId="S::larissa.carmo@neoenergia.com::764ade2a-587d-408b-8708-fa5ae7562f99" providerId="AD" clId="Web-{73C28FC0-D32D-32F6-37D7-6F474239D11E}" dt="2025-10-13T15:48:09.012" v="30" actId="20577"/>
          <ac:spMkLst>
            <pc:docMk/>
            <pc:sldMk cId="1278599614" sldId="2134807706"/>
            <ac:spMk id="5" creationId="{D813FC05-A57A-6977-997F-0DBA98E33F85}"/>
          </ac:spMkLst>
        </pc:spChg>
        <pc:spChg chg="add mod">
          <ac:chgData name="FEITOSA DO CARMO, LARISSA" userId="S::larissa.carmo@neoenergia.com::764ade2a-587d-408b-8708-fa5ae7562f99" providerId="AD" clId="Web-{73C28FC0-D32D-32F6-37D7-6F474239D11E}" dt="2025-10-13T15:48:59.028" v="44" actId="20577"/>
          <ac:spMkLst>
            <pc:docMk/>
            <pc:sldMk cId="1278599614" sldId="2134807706"/>
            <ac:spMk id="6" creationId="{1F8D5F93-99A4-3066-0297-4BCB1FD2971D}"/>
          </ac:spMkLst>
        </pc:spChg>
        <pc:picChg chg="add del mod">
          <ac:chgData name="FEITOSA DO CARMO, LARISSA" userId="S::larissa.carmo@neoenergia.com::764ade2a-587d-408b-8708-fa5ae7562f99" providerId="AD" clId="Web-{73C28FC0-D32D-32F6-37D7-6F474239D11E}" dt="2025-10-13T15:47:15.481" v="15"/>
          <ac:picMkLst>
            <pc:docMk/>
            <pc:sldMk cId="1278599614" sldId="2134807706"/>
            <ac:picMk id="2" creationId="{A62E7F70-1640-933A-3B87-1A6F63E01847}"/>
          </ac:picMkLst>
        </pc:picChg>
      </pc:sldChg>
    </pc:docChg>
  </pc:docChgLst>
  <pc:docChgLst>
    <pc:chgData name="FEITOSA DO CARMO, LARISSA" userId="S::larissa.carmo@neoenergia.com::764ade2a-587d-408b-8708-fa5ae7562f99" providerId="AD" clId="Web-{53AD5F43-0B64-39F4-8C71-F8ADAECD813D}"/>
    <pc:docChg chg="modSld">
      <pc:chgData name="FEITOSA DO CARMO, LARISSA" userId="S::larissa.carmo@neoenergia.com::764ade2a-587d-408b-8708-fa5ae7562f99" providerId="AD" clId="Web-{53AD5F43-0B64-39F4-8C71-F8ADAECD813D}" dt="2025-10-13T17:33:56.245" v="102" actId="14100"/>
      <pc:docMkLst>
        <pc:docMk/>
      </pc:docMkLst>
      <pc:sldChg chg="modSp">
        <pc:chgData name="FEITOSA DO CARMO, LARISSA" userId="S::larissa.carmo@neoenergia.com::764ade2a-587d-408b-8708-fa5ae7562f99" providerId="AD" clId="Web-{53AD5F43-0B64-39F4-8C71-F8ADAECD813D}" dt="2025-10-13T17:33:56.245" v="102" actId="14100"/>
        <pc:sldMkLst>
          <pc:docMk/>
          <pc:sldMk cId="1278599614" sldId="2134807706"/>
        </pc:sldMkLst>
        <pc:spChg chg="mod">
          <ac:chgData name="FEITOSA DO CARMO, LARISSA" userId="S::larissa.carmo@neoenergia.com::764ade2a-587d-408b-8708-fa5ae7562f99" providerId="AD" clId="Web-{53AD5F43-0B64-39F4-8C71-F8ADAECD813D}" dt="2025-10-13T17:33:56.245" v="102" actId="14100"/>
          <ac:spMkLst>
            <pc:docMk/>
            <pc:sldMk cId="1278599614" sldId="2134807706"/>
            <ac:spMk id="5" creationId="{D813FC05-A57A-6977-997F-0DBA98E33F85}"/>
          </ac:spMkLst>
        </pc:spChg>
      </pc:sldChg>
    </pc:docChg>
  </pc:docChgLst>
  <pc:docChgLst>
    <pc:chgData name="DA SILVA DIAS, CRISTIAN" userId="34652a04-67b6-4375-b25f-1aef16cc588a" providerId="ADAL" clId="{6B25327B-EE56-4C25-8937-8E697A33DF5C}"/>
    <pc:docChg chg="undo custSel addSld delSld modSld">
      <pc:chgData name="DA SILVA DIAS, CRISTIAN" userId="34652a04-67b6-4375-b25f-1aef16cc588a" providerId="ADAL" clId="{6B25327B-EE56-4C25-8937-8E697A33DF5C}" dt="2025-10-13T19:18:11.813" v="988" actId="1076"/>
      <pc:docMkLst>
        <pc:docMk/>
      </pc:docMkLst>
      <pc:sldChg chg="modSp mod">
        <pc:chgData name="DA SILVA DIAS, CRISTIAN" userId="34652a04-67b6-4375-b25f-1aef16cc588a" providerId="ADAL" clId="{6B25327B-EE56-4C25-8937-8E697A33DF5C}" dt="2025-10-13T18:52:48.103" v="4" actId="207"/>
        <pc:sldMkLst>
          <pc:docMk/>
          <pc:sldMk cId="3561671535" sldId="2134807698"/>
        </pc:sldMkLst>
        <pc:spChg chg="mod">
          <ac:chgData name="DA SILVA DIAS, CRISTIAN" userId="34652a04-67b6-4375-b25f-1aef16cc588a" providerId="ADAL" clId="{6B25327B-EE56-4C25-8937-8E697A33DF5C}" dt="2025-10-13T18:52:48.103" v="4" actId="207"/>
          <ac:spMkLst>
            <pc:docMk/>
            <pc:sldMk cId="3561671535" sldId="2134807698"/>
            <ac:spMk id="8" creationId="{ED4E231A-7B87-01FA-5A54-D6C125925BBA}"/>
          </ac:spMkLst>
        </pc:spChg>
      </pc:sldChg>
      <pc:sldChg chg="addSp delSp modSp mod">
        <pc:chgData name="DA SILVA DIAS, CRISTIAN" userId="34652a04-67b6-4375-b25f-1aef16cc588a" providerId="ADAL" clId="{6B25327B-EE56-4C25-8937-8E697A33DF5C}" dt="2025-10-13T18:55:49.709" v="38" actId="1076"/>
        <pc:sldMkLst>
          <pc:docMk/>
          <pc:sldMk cId="266823898" sldId="2134807702"/>
        </pc:sldMkLst>
        <pc:spChg chg="add mod">
          <ac:chgData name="DA SILVA DIAS, CRISTIAN" userId="34652a04-67b6-4375-b25f-1aef16cc588a" providerId="ADAL" clId="{6B25327B-EE56-4C25-8937-8E697A33DF5C}" dt="2025-10-13T18:54:41.313" v="16" actId="1076"/>
          <ac:spMkLst>
            <pc:docMk/>
            <pc:sldMk cId="266823898" sldId="2134807702"/>
            <ac:spMk id="3" creationId="{064464DD-C1E5-FC6D-4785-6CE652B820A5}"/>
          </ac:spMkLst>
        </pc:spChg>
        <pc:spChg chg="add mod">
          <ac:chgData name="DA SILVA DIAS, CRISTIAN" userId="34652a04-67b6-4375-b25f-1aef16cc588a" providerId="ADAL" clId="{6B25327B-EE56-4C25-8937-8E697A33DF5C}" dt="2025-10-13T18:55:11.628" v="30" actId="1037"/>
          <ac:spMkLst>
            <pc:docMk/>
            <pc:sldMk cId="266823898" sldId="2134807702"/>
            <ac:spMk id="5" creationId="{B5BB9864-9909-C075-44F1-DD8414EE8E65}"/>
          </ac:spMkLst>
        </pc:spChg>
        <pc:spChg chg="add mod">
          <ac:chgData name="DA SILVA DIAS, CRISTIAN" userId="34652a04-67b6-4375-b25f-1aef16cc588a" providerId="ADAL" clId="{6B25327B-EE56-4C25-8937-8E697A33DF5C}" dt="2025-10-13T18:55:11.628" v="30" actId="1037"/>
          <ac:spMkLst>
            <pc:docMk/>
            <pc:sldMk cId="266823898" sldId="2134807702"/>
            <ac:spMk id="6" creationId="{B2EAA8BF-170C-EACD-9A68-9C47976F6C5C}"/>
          </ac:spMkLst>
        </pc:spChg>
        <pc:spChg chg="add mod">
          <ac:chgData name="DA SILVA DIAS, CRISTIAN" userId="34652a04-67b6-4375-b25f-1aef16cc588a" providerId="ADAL" clId="{6B25327B-EE56-4C25-8937-8E697A33DF5C}" dt="2025-10-13T18:55:11.628" v="30" actId="1037"/>
          <ac:spMkLst>
            <pc:docMk/>
            <pc:sldMk cId="266823898" sldId="2134807702"/>
            <ac:spMk id="7" creationId="{E8CDA714-EF00-00F8-9FAB-F4FE6593AD6A}"/>
          </ac:spMkLst>
        </pc:spChg>
        <pc:spChg chg="add mod">
          <ac:chgData name="DA SILVA DIAS, CRISTIAN" userId="34652a04-67b6-4375-b25f-1aef16cc588a" providerId="ADAL" clId="{6B25327B-EE56-4C25-8937-8E697A33DF5C}" dt="2025-10-13T18:55:11.628" v="30" actId="1037"/>
          <ac:spMkLst>
            <pc:docMk/>
            <pc:sldMk cId="266823898" sldId="2134807702"/>
            <ac:spMk id="9" creationId="{5E39FEBC-226F-D76B-1592-20EE0A384999}"/>
          </ac:spMkLst>
        </pc:spChg>
        <pc:spChg chg="add mod">
          <ac:chgData name="DA SILVA DIAS, CRISTIAN" userId="34652a04-67b6-4375-b25f-1aef16cc588a" providerId="ADAL" clId="{6B25327B-EE56-4C25-8937-8E697A33DF5C}" dt="2025-10-13T18:55:11.628" v="30" actId="1037"/>
          <ac:spMkLst>
            <pc:docMk/>
            <pc:sldMk cId="266823898" sldId="2134807702"/>
            <ac:spMk id="10" creationId="{E74CB7C7-1BAE-BAAD-1230-C619D2B327A9}"/>
          </ac:spMkLst>
        </pc:spChg>
        <pc:spChg chg="add mod">
          <ac:chgData name="DA SILVA DIAS, CRISTIAN" userId="34652a04-67b6-4375-b25f-1aef16cc588a" providerId="ADAL" clId="{6B25327B-EE56-4C25-8937-8E697A33DF5C}" dt="2025-10-13T18:55:11.628" v="30" actId="1037"/>
          <ac:spMkLst>
            <pc:docMk/>
            <pc:sldMk cId="266823898" sldId="2134807702"/>
            <ac:spMk id="11" creationId="{6FEB5E93-B290-B909-F41F-FC6BF73EB049}"/>
          </ac:spMkLst>
        </pc:spChg>
        <pc:spChg chg="add mod">
          <ac:chgData name="DA SILVA DIAS, CRISTIAN" userId="34652a04-67b6-4375-b25f-1aef16cc588a" providerId="ADAL" clId="{6B25327B-EE56-4C25-8937-8E697A33DF5C}" dt="2025-10-13T18:55:21.679" v="35" actId="1038"/>
          <ac:spMkLst>
            <pc:docMk/>
            <pc:sldMk cId="266823898" sldId="2134807702"/>
            <ac:spMk id="12" creationId="{E37E9A5D-566C-B4CF-15D6-2354226E4331}"/>
          </ac:spMkLst>
        </pc:spChg>
        <pc:spChg chg="add mod">
          <ac:chgData name="DA SILVA DIAS, CRISTIAN" userId="34652a04-67b6-4375-b25f-1aef16cc588a" providerId="ADAL" clId="{6B25327B-EE56-4C25-8937-8E697A33DF5C}" dt="2025-10-13T18:55:21.679" v="35" actId="1038"/>
          <ac:spMkLst>
            <pc:docMk/>
            <pc:sldMk cId="266823898" sldId="2134807702"/>
            <ac:spMk id="15" creationId="{4A8AD2DC-49FE-DB88-4F60-B423195D7664}"/>
          </ac:spMkLst>
        </pc:spChg>
        <pc:spChg chg="add mod">
          <ac:chgData name="DA SILVA DIAS, CRISTIAN" userId="34652a04-67b6-4375-b25f-1aef16cc588a" providerId="ADAL" clId="{6B25327B-EE56-4C25-8937-8E697A33DF5C}" dt="2025-10-13T18:55:21.679" v="35" actId="1038"/>
          <ac:spMkLst>
            <pc:docMk/>
            <pc:sldMk cId="266823898" sldId="2134807702"/>
            <ac:spMk id="16" creationId="{CBA9F8B5-D2B2-0106-4CAD-DFA040843830}"/>
          </ac:spMkLst>
        </pc:spChg>
        <pc:spChg chg="add mod">
          <ac:chgData name="DA SILVA DIAS, CRISTIAN" userId="34652a04-67b6-4375-b25f-1aef16cc588a" providerId="ADAL" clId="{6B25327B-EE56-4C25-8937-8E697A33DF5C}" dt="2025-10-13T18:55:21.679" v="35" actId="1038"/>
          <ac:spMkLst>
            <pc:docMk/>
            <pc:sldMk cId="266823898" sldId="2134807702"/>
            <ac:spMk id="18" creationId="{19663D04-8D37-DDA2-8AE2-574320651E00}"/>
          </ac:spMkLst>
        </pc:spChg>
        <pc:spChg chg="add mod">
          <ac:chgData name="DA SILVA DIAS, CRISTIAN" userId="34652a04-67b6-4375-b25f-1aef16cc588a" providerId="ADAL" clId="{6B25327B-EE56-4C25-8937-8E697A33DF5C}" dt="2025-10-13T18:55:21.679" v="35" actId="1038"/>
          <ac:spMkLst>
            <pc:docMk/>
            <pc:sldMk cId="266823898" sldId="2134807702"/>
            <ac:spMk id="19" creationId="{4F68A386-7BCA-85B3-AE95-D13FFC6410F7}"/>
          </ac:spMkLst>
        </pc:spChg>
        <pc:spChg chg="add mod">
          <ac:chgData name="DA SILVA DIAS, CRISTIAN" userId="34652a04-67b6-4375-b25f-1aef16cc588a" providerId="ADAL" clId="{6B25327B-EE56-4C25-8937-8E697A33DF5C}" dt="2025-10-13T18:55:21.679" v="35" actId="1038"/>
          <ac:spMkLst>
            <pc:docMk/>
            <pc:sldMk cId="266823898" sldId="2134807702"/>
            <ac:spMk id="20" creationId="{BB64A234-3375-416E-8DE1-810E6F4313BC}"/>
          </ac:spMkLst>
        </pc:spChg>
        <pc:spChg chg="add mod">
          <ac:chgData name="DA SILVA DIAS, CRISTIAN" userId="34652a04-67b6-4375-b25f-1aef16cc588a" providerId="ADAL" clId="{6B25327B-EE56-4C25-8937-8E697A33DF5C}" dt="2025-10-13T18:55:21.679" v="35" actId="1038"/>
          <ac:spMkLst>
            <pc:docMk/>
            <pc:sldMk cId="266823898" sldId="2134807702"/>
            <ac:spMk id="21" creationId="{4D1E1845-22BF-E8BD-9FC1-D2945E9F0CAE}"/>
          </ac:spMkLst>
        </pc:spChg>
        <pc:spChg chg="add mod">
          <ac:chgData name="DA SILVA DIAS, CRISTIAN" userId="34652a04-67b6-4375-b25f-1aef16cc588a" providerId="ADAL" clId="{6B25327B-EE56-4C25-8937-8E697A33DF5C}" dt="2025-10-13T18:55:29.067" v="36" actId="1037"/>
          <ac:spMkLst>
            <pc:docMk/>
            <pc:sldMk cId="266823898" sldId="2134807702"/>
            <ac:spMk id="22" creationId="{C5C6C06A-2C43-6A61-DB7F-CD5E7054A546}"/>
          </ac:spMkLst>
        </pc:spChg>
        <pc:spChg chg="add mod">
          <ac:chgData name="DA SILVA DIAS, CRISTIAN" userId="34652a04-67b6-4375-b25f-1aef16cc588a" providerId="ADAL" clId="{6B25327B-EE56-4C25-8937-8E697A33DF5C}" dt="2025-10-13T18:55:29.067" v="36" actId="1037"/>
          <ac:spMkLst>
            <pc:docMk/>
            <pc:sldMk cId="266823898" sldId="2134807702"/>
            <ac:spMk id="23" creationId="{512F2650-03D7-22B2-FB08-AB1AA30C7A50}"/>
          </ac:spMkLst>
        </pc:spChg>
        <pc:spChg chg="add mod">
          <ac:chgData name="DA SILVA DIAS, CRISTIAN" userId="34652a04-67b6-4375-b25f-1aef16cc588a" providerId="ADAL" clId="{6B25327B-EE56-4C25-8937-8E697A33DF5C}" dt="2025-10-13T18:55:29.067" v="36" actId="1037"/>
          <ac:spMkLst>
            <pc:docMk/>
            <pc:sldMk cId="266823898" sldId="2134807702"/>
            <ac:spMk id="24" creationId="{382F58FB-77BC-F88B-522C-9578F6C00E38}"/>
          </ac:spMkLst>
        </pc:spChg>
        <pc:spChg chg="add mod">
          <ac:chgData name="DA SILVA DIAS, CRISTIAN" userId="34652a04-67b6-4375-b25f-1aef16cc588a" providerId="ADAL" clId="{6B25327B-EE56-4C25-8937-8E697A33DF5C}" dt="2025-10-13T18:55:29.067" v="36" actId="1037"/>
          <ac:spMkLst>
            <pc:docMk/>
            <pc:sldMk cId="266823898" sldId="2134807702"/>
            <ac:spMk id="25" creationId="{1985B626-C3E5-0F3E-9210-D9D444243A86}"/>
          </ac:spMkLst>
        </pc:spChg>
        <pc:spChg chg="add mod">
          <ac:chgData name="DA SILVA DIAS, CRISTIAN" userId="34652a04-67b6-4375-b25f-1aef16cc588a" providerId="ADAL" clId="{6B25327B-EE56-4C25-8937-8E697A33DF5C}" dt="2025-10-13T18:55:29.067" v="36" actId="1037"/>
          <ac:spMkLst>
            <pc:docMk/>
            <pc:sldMk cId="266823898" sldId="2134807702"/>
            <ac:spMk id="26" creationId="{E85ED13F-1E12-E964-BD9B-E3C501DC4D8A}"/>
          </ac:spMkLst>
        </pc:spChg>
        <pc:spChg chg="add mod">
          <ac:chgData name="DA SILVA DIAS, CRISTIAN" userId="34652a04-67b6-4375-b25f-1aef16cc588a" providerId="ADAL" clId="{6B25327B-EE56-4C25-8937-8E697A33DF5C}" dt="2025-10-13T18:55:29.067" v="36" actId="1037"/>
          <ac:spMkLst>
            <pc:docMk/>
            <pc:sldMk cId="266823898" sldId="2134807702"/>
            <ac:spMk id="27" creationId="{9A97A7C4-418B-A48D-6B6D-97BDA8273395}"/>
          </ac:spMkLst>
        </pc:spChg>
        <pc:spChg chg="add mod">
          <ac:chgData name="DA SILVA DIAS, CRISTIAN" userId="34652a04-67b6-4375-b25f-1aef16cc588a" providerId="ADAL" clId="{6B25327B-EE56-4C25-8937-8E697A33DF5C}" dt="2025-10-13T18:55:29.067" v="36" actId="1037"/>
          <ac:spMkLst>
            <pc:docMk/>
            <pc:sldMk cId="266823898" sldId="2134807702"/>
            <ac:spMk id="28" creationId="{BDBAD6AB-5322-7AD1-D584-568A4D021AFE}"/>
          </ac:spMkLst>
        </pc:spChg>
        <pc:spChg chg="add mod">
          <ac:chgData name="DA SILVA DIAS, CRISTIAN" userId="34652a04-67b6-4375-b25f-1aef16cc588a" providerId="ADAL" clId="{6B25327B-EE56-4C25-8937-8E697A33DF5C}" dt="2025-10-13T18:54:55.683" v="22" actId="1076"/>
          <ac:spMkLst>
            <pc:docMk/>
            <pc:sldMk cId="266823898" sldId="2134807702"/>
            <ac:spMk id="29" creationId="{2430721B-DB3F-FE98-731F-0AA0795C343E}"/>
          </ac:spMkLst>
        </pc:spChg>
        <pc:spChg chg="add mod">
          <ac:chgData name="DA SILVA DIAS, CRISTIAN" userId="34652a04-67b6-4375-b25f-1aef16cc588a" providerId="ADAL" clId="{6B25327B-EE56-4C25-8937-8E697A33DF5C}" dt="2025-10-13T18:54:55.683" v="22" actId="1076"/>
          <ac:spMkLst>
            <pc:docMk/>
            <pc:sldMk cId="266823898" sldId="2134807702"/>
            <ac:spMk id="30" creationId="{175382B3-3503-2566-4A81-E4749EF61242}"/>
          </ac:spMkLst>
        </pc:spChg>
        <pc:spChg chg="add mod">
          <ac:chgData name="DA SILVA DIAS, CRISTIAN" userId="34652a04-67b6-4375-b25f-1aef16cc588a" providerId="ADAL" clId="{6B25327B-EE56-4C25-8937-8E697A33DF5C}" dt="2025-10-13T18:54:55.683" v="22" actId="1076"/>
          <ac:spMkLst>
            <pc:docMk/>
            <pc:sldMk cId="266823898" sldId="2134807702"/>
            <ac:spMk id="31" creationId="{67600874-848E-002F-E67E-7B38C8A7D23D}"/>
          </ac:spMkLst>
        </pc:spChg>
        <pc:spChg chg="add mod">
          <ac:chgData name="DA SILVA DIAS, CRISTIAN" userId="34652a04-67b6-4375-b25f-1aef16cc588a" providerId="ADAL" clId="{6B25327B-EE56-4C25-8937-8E697A33DF5C}" dt="2025-10-13T18:54:55.683" v="22" actId="1076"/>
          <ac:spMkLst>
            <pc:docMk/>
            <pc:sldMk cId="266823898" sldId="2134807702"/>
            <ac:spMk id="32" creationId="{A4CD07FD-DFFB-260A-0488-C4A0C3C52BA3}"/>
          </ac:spMkLst>
        </pc:spChg>
        <pc:spChg chg="add mod">
          <ac:chgData name="DA SILVA DIAS, CRISTIAN" userId="34652a04-67b6-4375-b25f-1aef16cc588a" providerId="ADAL" clId="{6B25327B-EE56-4C25-8937-8E697A33DF5C}" dt="2025-10-13T18:54:55.683" v="22" actId="1076"/>
          <ac:spMkLst>
            <pc:docMk/>
            <pc:sldMk cId="266823898" sldId="2134807702"/>
            <ac:spMk id="33" creationId="{8C393145-49F5-CDC8-BEBD-EC7BB86BA540}"/>
          </ac:spMkLst>
        </pc:spChg>
        <pc:spChg chg="mod">
          <ac:chgData name="DA SILVA DIAS, CRISTIAN" userId="34652a04-67b6-4375-b25f-1aef16cc588a" providerId="ADAL" clId="{6B25327B-EE56-4C25-8937-8E697A33DF5C}" dt="2025-10-13T18:54:11.399" v="9" actId="1036"/>
          <ac:spMkLst>
            <pc:docMk/>
            <pc:sldMk cId="266823898" sldId="2134807702"/>
            <ac:spMk id="35" creationId="{6F7C766D-C994-EF5F-3DDC-42A00D4FE9FE}"/>
          </ac:spMkLst>
        </pc:spChg>
        <pc:spChg chg="mod">
          <ac:chgData name="DA SILVA DIAS, CRISTIAN" userId="34652a04-67b6-4375-b25f-1aef16cc588a" providerId="ADAL" clId="{6B25327B-EE56-4C25-8937-8E697A33DF5C}" dt="2025-10-13T18:54:08.530" v="7" actId="1076"/>
          <ac:spMkLst>
            <pc:docMk/>
            <pc:sldMk cId="266823898" sldId="2134807702"/>
            <ac:spMk id="36" creationId="{04E42B82-30C6-5B93-9E2F-9F5F17E134BF}"/>
          </ac:spMkLst>
        </pc:spChg>
        <pc:spChg chg="mod">
          <ac:chgData name="DA SILVA DIAS, CRISTIAN" userId="34652a04-67b6-4375-b25f-1aef16cc588a" providerId="ADAL" clId="{6B25327B-EE56-4C25-8937-8E697A33DF5C}" dt="2025-10-13T18:54:16.344" v="10" actId="1076"/>
          <ac:spMkLst>
            <pc:docMk/>
            <pc:sldMk cId="266823898" sldId="2134807702"/>
            <ac:spMk id="37" creationId="{148B7CE8-5D6E-B356-E21F-95E3C0F6E127}"/>
          </ac:spMkLst>
        </pc:spChg>
        <pc:spChg chg="mod">
          <ac:chgData name="DA SILVA DIAS, CRISTIAN" userId="34652a04-67b6-4375-b25f-1aef16cc588a" providerId="ADAL" clId="{6B25327B-EE56-4C25-8937-8E697A33DF5C}" dt="2025-10-13T18:54:23.086" v="12" actId="1076"/>
          <ac:spMkLst>
            <pc:docMk/>
            <pc:sldMk cId="266823898" sldId="2134807702"/>
            <ac:spMk id="38" creationId="{5FB6EDCD-5427-BCC1-CC60-67B9DD7173E2}"/>
          </ac:spMkLst>
        </pc:spChg>
        <pc:spChg chg="mod">
          <ac:chgData name="DA SILVA DIAS, CRISTIAN" userId="34652a04-67b6-4375-b25f-1aef16cc588a" providerId="ADAL" clId="{6B25327B-EE56-4C25-8937-8E697A33DF5C}" dt="2025-10-13T18:54:19.798" v="11" actId="1076"/>
          <ac:spMkLst>
            <pc:docMk/>
            <pc:sldMk cId="266823898" sldId="2134807702"/>
            <ac:spMk id="39" creationId="{2ABC1FFC-B0E6-0E21-8738-0FCD6F9842F9}"/>
          </ac:spMkLst>
        </pc:spChg>
        <pc:spChg chg="mod">
          <ac:chgData name="DA SILVA DIAS, CRISTIAN" userId="34652a04-67b6-4375-b25f-1aef16cc588a" providerId="ADAL" clId="{6B25327B-EE56-4C25-8937-8E697A33DF5C}" dt="2025-10-13T18:54:25.779" v="13" actId="1076"/>
          <ac:spMkLst>
            <pc:docMk/>
            <pc:sldMk cId="266823898" sldId="2134807702"/>
            <ac:spMk id="40" creationId="{6A3D3CC4-AFC5-BE81-5C35-4B2050E65D2D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1" creationId="{B801BA81-8EBA-F03F-44FB-7F834728FB4D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2" creationId="{21E0D0E1-834F-6E8A-9B4A-C47B0171B685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3" creationId="{C965A590-5AD6-4969-B620-ECA469286236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4" creationId="{4014C307-727A-69EE-913A-5CB762C8CC46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5" creationId="{95FD728F-B5A5-3AC5-4E48-6AA9CE0ADB49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6" creationId="{F58DED54-4E41-4B43-A9C9-19FFBCDC9461}"/>
          </ac:spMkLst>
        </pc:spChg>
        <pc:spChg chg="add mod">
          <ac:chgData name="DA SILVA DIAS, CRISTIAN" userId="34652a04-67b6-4375-b25f-1aef16cc588a" providerId="ADAL" clId="{6B25327B-EE56-4C25-8937-8E697A33DF5C}" dt="2025-10-13T18:54:55.683" v="22" actId="1076"/>
          <ac:spMkLst>
            <pc:docMk/>
            <pc:sldMk cId="266823898" sldId="2134807702"/>
            <ac:spMk id="47" creationId="{D5C4C5C9-B744-1AB4-79B3-0289A2BEFAB6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8" creationId="{7473FF53-7EEE-3866-6812-407848A4554E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49" creationId="{F7B3215A-799D-8AE5-1BFC-F639CB60F8F8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0" creationId="{3A2B9D35-D382-F4BD-0F3A-4C87026182AC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1" creationId="{86342BAB-1DB4-732B-4771-81D1B86C7B64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2" creationId="{F84EB8F1-FE6C-46A6-B407-C35E7CC6F7B4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3" creationId="{91CBF2E9-08EC-98A4-7655-50537E40BB6C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4" creationId="{963303F2-A3E5-8FE1-8F07-2B4C3F828488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5" creationId="{2DCD97C6-B886-E9EE-7011-7BFCC6B83EB1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6" creationId="{047B6C7F-8466-4CCC-1854-6B31F57DF223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7" creationId="{605986BA-F79A-91A1-A1A7-7F4872858F42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8" creationId="{AEFE63D9-C459-68BF-B68D-BEDC8F6E605D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59" creationId="{DFC87131-38B0-9352-CF8D-C6617E87EDB9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60" creationId="{796808DB-F130-BC3E-34A1-10242EBFD0EC}"/>
          </ac:spMkLst>
        </pc:spChg>
        <pc:spChg chg="del">
          <ac:chgData name="DA SILVA DIAS, CRISTIAN" userId="34652a04-67b6-4375-b25f-1aef16cc588a" providerId="ADAL" clId="{6B25327B-EE56-4C25-8937-8E697A33DF5C}" dt="2025-10-13T18:54:31.290" v="14" actId="478"/>
          <ac:spMkLst>
            <pc:docMk/>
            <pc:sldMk cId="266823898" sldId="2134807702"/>
            <ac:spMk id="61" creationId="{4A7A00EB-E4AE-93D9-4820-36EAB007E3E5}"/>
          </ac:spMkLst>
        </pc:spChg>
        <pc:spChg chg="add mod">
          <ac:chgData name="DA SILVA DIAS, CRISTIAN" userId="34652a04-67b6-4375-b25f-1aef16cc588a" providerId="ADAL" clId="{6B25327B-EE56-4C25-8937-8E697A33DF5C}" dt="2025-10-13T18:54:55.683" v="22" actId="1076"/>
          <ac:spMkLst>
            <pc:docMk/>
            <pc:sldMk cId="266823898" sldId="2134807702"/>
            <ac:spMk id="62" creationId="{42837FEB-9240-3679-292B-CE038B52B7D3}"/>
          </ac:spMkLst>
        </pc:spChg>
        <pc:spChg chg="mod">
          <ac:chgData name="DA SILVA DIAS, CRISTIAN" userId="34652a04-67b6-4375-b25f-1aef16cc588a" providerId="ADAL" clId="{6B25327B-EE56-4C25-8937-8E697A33DF5C}" dt="2025-10-13T18:55:49.709" v="38" actId="1076"/>
          <ac:spMkLst>
            <pc:docMk/>
            <pc:sldMk cId="266823898" sldId="2134807702"/>
            <ac:spMk id="65" creationId="{664A000C-CC63-FAE7-998A-6676D9FFE0A6}"/>
          </ac:spMkLst>
        </pc:spChg>
      </pc:sldChg>
      <pc:sldChg chg="modSp mod">
        <pc:chgData name="DA SILVA DIAS, CRISTIAN" userId="34652a04-67b6-4375-b25f-1aef16cc588a" providerId="ADAL" clId="{6B25327B-EE56-4C25-8937-8E697A33DF5C}" dt="2025-10-13T19:15:35.433" v="968" actId="20577"/>
        <pc:sldMkLst>
          <pc:docMk/>
          <pc:sldMk cId="1821036815" sldId="2134807703"/>
        </pc:sldMkLst>
        <pc:spChg chg="mod">
          <ac:chgData name="DA SILVA DIAS, CRISTIAN" userId="34652a04-67b6-4375-b25f-1aef16cc588a" providerId="ADAL" clId="{6B25327B-EE56-4C25-8937-8E697A33DF5C}" dt="2025-10-13T19:15:35.433" v="968" actId="20577"/>
          <ac:spMkLst>
            <pc:docMk/>
            <pc:sldMk cId="1821036815" sldId="2134807703"/>
            <ac:spMk id="13" creationId="{EAC76F9A-4765-6160-4F1B-F787F7F7A2EB}"/>
          </ac:spMkLst>
        </pc:spChg>
      </pc:sldChg>
      <pc:sldChg chg="modSp mod">
        <pc:chgData name="DA SILVA DIAS, CRISTIAN" userId="34652a04-67b6-4375-b25f-1aef16cc588a" providerId="ADAL" clId="{6B25327B-EE56-4C25-8937-8E697A33DF5C}" dt="2025-10-13T19:14:12.951" v="946" actId="13926"/>
        <pc:sldMkLst>
          <pc:docMk/>
          <pc:sldMk cId="926073420" sldId="2134807704"/>
        </pc:sldMkLst>
        <pc:spChg chg="mod">
          <ac:chgData name="DA SILVA DIAS, CRISTIAN" userId="34652a04-67b6-4375-b25f-1aef16cc588a" providerId="ADAL" clId="{6B25327B-EE56-4C25-8937-8E697A33DF5C}" dt="2025-10-13T19:02:13.119" v="643" actId="1035"/>
          <ac:spMkLst>
            <pc:docMk/>
            <pc:sldMk cId="926073420" sldId="2134807704"/>
            <ac:spMk id="5" creationId="{6D7F5B6A-0F71-5314-700B-C4858D3FA466}"/>
          </ac:spMkLst>
        </pc:spChg>
        <pc:spChg chg="mod">
          <ac:chgData name="DA SILVA DIAS, CRISTIAN" userId="34652a04-67b6-4375-b25f-1aef16cc588a" providerId="ADAL" clId="{6B25327B-EE56-4C25-8937-8E697A33DF5C}" dt="2025-10-13T19:14:12.951" v="946" actId="13926"/>
          <ac:spMkLst>
            <pc:docMk/>
            <pc:sldMk cId="926073420" sldId="2134807704"/>
            <ac:spMk id="6" creationId="{51492CE4-B39A-1EBA-96A1-2618360A6CEC}"/>
          </ac:spMkLst>
        </pc:spChg>
      </pc:sldChg>
      <pc:sldChg chg="modSp mod">
        <pc:chgData name="DA SILVA DIAS, CRISTIAN" userId="34652a04-67b6-4375-b25f-1aef16cc588a" providerId="ADAL" clId="{6B25327B-EE56-4C25-8937-8E697A33DF5C}" dt="2025-10-09T19:58:35.550" v="0" actId="2165"/>
        <pc:sldMkLst>
          <pc:docMk/>
          <pc:sldMk cId="2883781182" sldId="2134807705"/>
        </pc:sldMkLst>
        <pc:graphicFrameChg chg="modGraphic">
          <ac:chgData name="DA SILVA DIAS, CRISTIAN" userId="34652a04-67b6-4375-b25f-1aef16cc588a" providerId="ADAL" clId="{6B25327B-EE56-4C25-8937-8E697A33DF5C}" dt="2025-10-09T19:58:35.550" v="0" actId="2165"/>
          <ac:graphicFrameMkLst>
            <pc:docMk/>
            <pc:sldMk cId="2883781182" sldId="2134807705"/>
            <ac:graphicFrameMk id="17" creationId="{B38EBA64-89F3-4192-0663-8374868A5A85}"/>
          </ac:graphicFrameMkLst>
        </pc:graphicFrameChg>
      </pc:sldChg>
      <pc:sldChg chg="del">
        <pc:chgData name="DA SILVA DIAS, CRISTIAN" userId="34652a04-67b6-4375-b25f-1aef16cc588a" providerId="ADAL" clId="{6B25327B-EE56-4C25-8937-8E697A33DF5C}" dt="2025-10-13T19:05:43.477" v="743" actId="47"/>
        <pc:sldMkLst>
          <pc:docMk/>
          <pc:sldMk cId="771885810" sldId="2134807707"/>
        </pc:sldMkLst>
      </pc:sldChg>
      <pc:sldChg chg="addSp delSp modSp mod">
        <pc:chgData name="DA SILVA DIAS, CRISTIAN" userId="34652a04-67b6-4375-b25f-1aef16cc588a" providerId="ADAL" clId="{6B25327B-EE56-4C25-8937-8E697A33DF5C}" dt="2025-10-13T19:17:06.936" v="987" actId="20577"/>
        <pc:sldMkLst>
          <pc:docMk/>
          <pc:sldMk cId="1289318444" sldId="2134807711"/>
        </pc:sldMkLst>
        <pc:spChg chg="mod">
          <ac:chgData name="DA SILVA DIAS, CRISTIAN" userId="34652a04-67b6-4375-b25f-1aef16cc588a" providerId="ADAL" clId="{6B25327B-EE56-4C25-8937-8E697A33DF5C}" dt="2025-10-13T19:17:06.936" v="987" actId="20577"/>
          <ac:spMkLst>
            <pc:docMk/>
            <pc:sldMk cId="1289318444" sldId="2134807711"/>
            <ac:spMk id="2075" creationId="{B8CE7F4A-86F8-BFA4-6F99-2790CA38DF6F}"/>
          </ac:spMkLst>
        </pc:spChg>
        <pc:cxnChg chg="add del mod">
          <ac:chgData name="DA SILVA DIAS, CRISTIAN" userId="34652a04-67b6-4375-b25f-1aef16cc588a" providerId="ADAL" clId="{6B25327B-EE56-4C25-8937-8E697A33DF5C}" dt="2025-10-13T19:16:28.153" v="970" actId="11529"/>
          <ac:cxnSpMkLst>
            <pc:docMk/>
            <pc:sldMk cId="1289318444" sldId="2134807711"/>
            <ac:cxnSpMk id="3" creationId="{4CC5A46D-E9C5-AA8A-BCD8-88D2FA0BB4EA}"/>
          </ac:cxnSpMkLst>
        </pc:cxnChg>
      </pc:sldChg>
      <pc:sldChg chg="modSp mod">
        <pc:chgData name="DA SILVA DIAS, CRISTIAN" userId="34652a04-67b6-4375-b25f-1aef16cc588a" providerId="ADAL" clId="{6B25327B-EE56-4C25-8937-8E697A33DF5C}" dt="2025-10-13T19:13:01.914" v="940" actId="20577"/>
        <pc:sldMkLst>
          <pc:docMk/>
          <pc:sldMk cId="2830796765" sldId="2134807712"/>
        </pc:sldMkLst>
        <pc:spChg chg="mod">
          <ac:chgData name="DA SILVA DIAS, CRISTIAN" userId="34652a04-67b6-4375-b25f-1aef16cc588a" providerId="ADAL" clId="{6B25327B-EE56-4C25-8937-8E697A33DF5C}" dt="2025-10-13T19:13:01.914" v="940" actId="20577"/>
          <ac:spMkLst>
            <pc:docMk/>
            <pc:sldMk cId="2830796765" sldId="2134807712"/>
            <ac:spMk id="6" creationId="{51492CE4-B39A-1EBA-96A1-2618360A6CEC}"/>
          </ac:spMkLst>
        </pc:spChg>
      </pc:sldChg>
      <pc:sldChg chg="modSp mod">
        <pc:chgData name="DA SILVA DIAS, CRISTIAN" userId="34652a04-67b6-4375-b25f-1aef16cc588a" providerId="ADAL" clId="{6B25327B-EE56-4C25-8937-8E697A33DF5C}" dt="2025-10-13T19:18:11.813" v="988" actId="1076"/>
        <pc:sldMkLst>
          <pc:docMk/>
          <pc:sldMk cId="1502678509" sldId="2134807714"/>
        </pc:sldMkLst>
        <pc:picChg chg="mod">
          <ac:chgData name="DA SILVA DIAS, CRISTIAN" userId="34652a04-67b6-4375-b25f-1aef16cc588a" providerId="ADAL" clId="{6B25327B-EE56-4C25-8937-8E697A33DF5C}" dt="2025-10-13T19:18:11.813" v="988" actId="1076"/>
          <ac:picMkLst>
            <pc:docMk/>
            <pc:sldMk cId="1502678509" sldId="2134807714"/>
            <ac:picMk id="27" creationId="{FB821327-249C-5BF9-E573-38662B985B1E}"/>
          </ac:picMkLst>
        </pc:picChg>
      </pc:sldChg>
      <pc:sldChg chg="modSp add mod">
        <pc:chgData name="DA SILVA DIAS, CRISTIAN" userId="34652a04-67b6-4375-b25f-1aef16cc588a" providerId="ADAL" clId="{6B25327B-EE56-4C25-8937-8E697A33DF5C}" dt="2025-10-13T19:15:15.012" v="966" actId="20577"/>
        <pc:sldMkLst>
          <pc:docMk/>
          <pc:sldMk cId="3228794326" sldId="2134807715"/>
        </pc:sldMkLst>
        <pc:spChg chg="mod">
          <ac:chgData name="DA SILVA DIAS, CRISTIAN" userId="34652a04-67b6-4375-b25f-1aef16cc588a" providerId="ADAL" clId="{6B25327B-EE56-4C25-8937-8E697A33DF5C}" dt="2025-10-13T19:13:16.702" v="945" actId="20577"/>
          <ac:spMkLst>
            <pc:docMk/>
            <pc:sldMk cId="3228794326" sldId="2134807715"/>
            <ac:spMk id="6" creationId="{51492CE4-B39A-1EBA-96A1-2618360A6CEC}"/>
          </ac:spMkLst>
        </pc:spChg>
        <pc:spChg chg="mod">
          <ac:chgData name="DA SILVA DIAS, CRISTIAN" userId="34652a04-67b6-4375-b25f-1aef16cc588a" providerId="ADAL" clId="{6B25327B-EE56-4C25-8937-8E697A33DF5C}" dt="2025-10-13T19:15:15.012" v="966" actId="20577"/>
          <ac:spMkLst>
            <pc:docMk/>
            <pc:sldMk cId="3228794326" sldId="2134807715"/>
            <ac:spMk id="13" creationId="{871668AE-2ADB-5093-07F0-176AB39F1C91}"/>
          </ac:spMkLst>
        </pc:spChg>
      </pc:sldChg>
    </pc:docChg>
  </pc:docChgLst>
  <pc:docChgLst>
    <pc:chgData name="FEITOSA DO CARMO, LARISSA" userId="S::larissa.carmo@neoenergia.com::764ade2a-587d-408b-8708-fa5ae7562f99" providerId="AD" clId="Web-{3FF641E4-E160-DF8F-C844-3D000D59E792}"/>
    <pc:docChg chg="addSld modSld sldOrd">
      <pc:chgData name="FEITOSA DO CARMO, LARISSA" userId="S::larissa.carmo@neoenergia.com::764ade2a-587d-408b-8708-fa5ae7562f99" providerId="AD" clId="Web-{3FF641E4-E160-DF8F-C844-3D000D59E792}" dt="2025-10-13T15:45:02.368" v="229" actId="20577"/>
      <pc:docMkLst>
        <pc:docMk/>
      </pc:docMkLst>
      <pc:sldChg chg="modSp">
        <pc:chgData name="FEITOSA DO CARMO, LARISSA" userId="S::larissa.carmo@neoenergia.com::764ade2a-587d-408b-8708-fa5ae7562f99" providerId="AD" clId="Web-{3FF641E4-E160-DF8F-C844-3D000D59E792}" dt="2025-10-13T15:19:51.136" v="18" actId="20577"/>
        <pc:sldMkLst>
          <pc:docMk/>
          <pc:sldMk cId="120291318" sldId="2134807701"/>
        </pc:sldMkLst>
        <pc:spChg chg="mod">
          <ac:chgData name="FEITOSA DO CARMO, LARISSA" userId="S::larissa.carmo@neoenergia.com::764ade2a-587d-408b-8708-fa5ae7562f99" providerId="AD" clId="Web-{3FF641E4-E160-DF8F-C844-3D000D59E792}" dt="2025-10-13T15:19:51.136" v="18" actId="20577"/>
          <ac:spMkLst>
            <pc:docMk/>
            <pc:sldMk cId="120291318" sldId="2134807701"/>
            <ac:spMk id="8" creationId="{C4A691C6-533E-BB19-0306-1549E74EED97}"/>
          </ac:spMkLst>
        </pc:spChg>
      </pc:sldChg>
      <pc:sldChg chg="addSp delSp modSp">
        <pc:chgData name="FEITOSA DO CARMO, LARISSA" userId="S::larissa.carmo@neoenergia.com::764ade2a-587d-408b-8708-fa5ae7562f99" providerId="AD" clId="Web-{3FF641E4-E160-DF8F-C844-3D000D59E792}" dt="2025-10-13T15:19:14.556" v="16" actId="1076"/>
        <pc:sldMkLst>
          <pc:docMk/>
          <pc:sldMk cId="266823898" sldId="2134807702"/>
        </pc:sldMkLst>
        <pc:spChg chg="del">
          <ac:chgData name="FEITOSA DO CARMO, LARISSA" userId="S::larissa.carmo@neoenergia.com::764ade2a-587d-408b-8708-fa5ae7562f99" providerId="AD" clId="Web-{3FF641E4-E160-DF8F-C844-3D000D59E792}" dt="2025-10-13T15:19:06.430" v="13"/>
          <ac:spMkLst>
            <pc:docMk/>
            <pc:sldMk cId="266823898" sldId="2134807702"/>
            <ac:spMk id="5" creationId="{96B687AD-340A-077B-E90F-418B7E8A5054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19:09.337" v="15"/>
          <ac:spMkLst>
            <pc:docMk/>
            <pc:sldMk cId="266823898" sldId="2134807702"/>
            <ac:spMk id="6" creationId="{36E90ACA-E6F9-F6BF-BD63-D4AB29DF57C2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19:04.149" v="11"/>
          <ac:spMkLst>
            <pc:docMk/>
            <pc:sldMk cId="266823898" sldId="2134807702"/>
            <ac:spMk id="7" creationId="{8EDB282D-587C-A7CB-DE0D-41A3DFCD9B6A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19:00.383" v="9"/>
          <ac:spMkLst>
            <pc:docMk/>
            <pc:sldMk cId="266823898" sldId="2134807702"/>
            <ac:spMk id="9" creationId="{D5729706-9FC4-52C7-E5D3-D65F6AF88F75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19:09.321" v="14"/>
          <ac:spMkLst>
            <pc:docMk/>
            <pc:sldMk cId="266823898" sldId="2134807702"/>
            <ac:spMk id="11" creationId="{74E0A0A0-692F-8E49-C7E4-585BF02A596F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19:06.430" v="12"/>
          <ac:spMkLst>
            <pc:docMk/>
            <pc:sldMk cId="266823898" sldId="2134807702"/>
            <ac:spMk id="62" creationId="{02D30546-5106-4FD9-F744-EFFA5894D87C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19:04.149" v="10"/>
          <ac:spMkLst>
            <pc:docMk/>
            <pc:sldMk cId="266823898" sldId="2134807702"/>
            <ac:spMk id="63" creationId="{CACA2375-2D51-C535-8726-0FEF72CE1871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19:00.383" v="8"/>
          <ac:spMkLst>
            <pc:docMk/>
            <pc:sldMk cId="266823898" sldId="2134807702"/>
            <ac:spMk id="64" creationId="{FA5A7E85-F4FA-7BFB-E1C9-DBADFAF5F12A}"/>
          </ac:spMkLst>
        </pc:spChg>
        <pc:picChg chg="add mod">
          <ac:chgData name="FEITOSA DO CARMO, LARISSA" userId="S::larissa.carmo@neoenergia.com::764ade2a-587d-408b-8708-fa5ae7562f99" providerId="AD" clId="Web-{3FF641E4-E160-DF8F-C844-3D000D59E792}" dt="2025-10-13T15:19:14.556" v="16" actId="1076"/>
          <ac:picMkLst>
            <pc:docMk/>
            <pc:sldMk cId="266823898" sldId="2134807702"/>
            <ac:picMk id="2" creationId="{A8571A4A-7D8D-0247-FA2E-2A14C50504A8}"/>
          </ac:picMkLst>
        </pc:picChg>
      </pc:sldChg>
      <pc:sldChg chg="mod modShow">
        <pc:chgData name="FEITOSA DO CARMO, LARISSA" userId="S::larissa.carmo@neoenergia.com::764ade2a-587d-408b-8708-fa5ae7562f99" providerId="AD" clId="Web-{3FF641E4-E160-DF8F-C844-3D000D59E792}" dt="2025-10-13T15:17:10.310" v="3"/>
        <pc:sldMkLst>
          <pc:docMk/>
          <pc:sldMk cId="1821036815" sldId="2134807703"/>
        </pc:sldMkLst>
      </pc:sldChg>
      <pc:sldChg chg="mod modShow">
        <pc:chgData name="FEITOSA DO CARMO, LARISSA" userId="S::larissa.carmo@neoenergia.com::764ade2a-587d-408b-8708-fa5ae7562f99" providerId="AD" clId="Web-{3FF641E4-E160-DF8F-C844-3D000D59E792}" dt="2025-10-13T15:17:51.392" v="6"/>
        <pc:sldMkLst>
          <pc:docMk/>
          <pc:sldMk cId="926073420" sldId="2134807704"/>
        </pc:sldMkLst>
      </pc:sldChg>
      <pc:sldChg chg="modSp mod modShow">
        <pc:chgData name="FEITOSA DO CARMO, LARISSA" userId="S::larissa.carmo@neoenergia.com::764ade2a-587d-408b-8708-fa5ae7562f99" providerId="AD" clId="Web-{3FF641E4-E160-DF8F-C844-3D000D59E792}" dt="2025-10-13T15:25:36.432" v="30"/>
        <pc:sldMkLst>
          <pc:docMk/>
          <pc:sldMk cId="2883781182" sldId="2134807705"/>
        </pc:sldMkLst>
        <pc:spChg chg="mod">
          <ac:chgData name="FEITOSA DO CARMO, LARISSA" userId="S::larissa.carmo@neoenergia.com::764ade2a-587d-408b-8708-fa5ae7562f99" providerId="AD" clId="Web-{3FF641E4-E160-DF8F-C844-3D000D59E792}" dt="2025-10-13T15:25:17.994" v="29" actId="20577"/>
          <ac:spMkLst>
            <pc:docMk/>
            <pc:sldMk cId="2883781182" sldId="2134807705"/>
            <ac:spMk id="13" creationId="{33C6C1D5-751C-50A9-FD5F-056BA49A07BB}"/>
          </ac:spMkLst>
        </pc:spChg>
      </pc:sldChg>
      <pc:sldChg chg="delSp modSp ord">
        <pc:chgData name="FEITOSA DO CARMO, LARISSA" userId="S::larissa.carmo@neoenergia.com::764ade2a-587d-408b-8708-fa5ae7562f99" providerId="AD" clId="Web-{3FF641E4-E160-DF8F-C844-3D000D59E792}" dt="2025-10-13T15:28:12.170" v="96" actId="20577"/>
        <pc:sldMkLst>
          <pc:docMk/>
          <pc:sldMk cId="1278599614" sldId="2134807706"/>
        </pc:sldMkLst>
        <pc:spChg chg="mod">
          <ac:chgData name="FEITOSA DO CARMO, LARISSA" userId="S::larissa.carmo@neoenergia.com::764ade2a-587d-408b-8708-fa5ae7562f99" providerId="AD" clId="Web-{3FF641E4-E160-DF8F-C844-3D000D59E792}" dt="2025-10-13T15:27:38.435" v="93" actId="14100"/>
          <ac:spMkLst>
            <pc:docMk/>
            <pc:sldMk cId="1278599614" sldId="2134807706"/>
            <ac:spMk id="5" creationId="{D813FC05-A57A-6977-997F-0DBA98E33F85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26:03.761" v="43"/>
          <ac:spMkLst>
            <pc:docMk/>
            <pc:sldMk cId="1278599614" sldId="2134807706"/>
            <ac:spMk id="6" creationId="{6C863611-BA71-FD0C-9804-26B45725E036}"/>
          </ac:spMkLst>
        </pc:spChg>
        <pc:spChg chg="mod">
          <ac:chgData name="FEITOSA DO CARMO, LARISSA" userId="S::larissa.carmo@neoenergia.com::764ade2a-587d-408b-8708-fa5ae7562f99" providerId="AD" clId="Web-{3FF641E4-E160-DF8F-C844-3D000D59E792}" dt="2025-10-13T15:28:12.170" v="96" actId="20577"/>
          <ac:spMkLst>
            <pc:docMk/>
            <pc:sldMk cId="1278599614" sldId="2134807706"/>
            <ac:spMk id="13" creationId="{934F6E50-B826-A471-AEF3-C0C1B964CDA0}"/>
          </ac:spMkLst>
        </pc:spChg>
      </pc:sldChg>
      <pc:sldChg chg="add">
        <pc:chgData name="FEITOSA DO CARMO, LARISSA" userId="S::larissa.carmo@neoenergia.com::764ade2a-587d-408b-8708-fa5ae7562f99" providerId="AD" clId="Web-{3FF641E4-E160-DF8F-C844-3D000D59E792}" dt="2025-10-13T15:17:44.939" v="5"/>
        <pc:sldMkLst>
          <pc:docMk/>
          <pc:sldMk cId="771885810" sldId="2134807707"/>
        </pc:sldMkLst>
      </pc:sldChg>
      <pc:sldChg chg="modSp add ord">
        <pc:chgData name="FEITOSA DO CARMO, LARISSA" userId="S::larissa.carmo@neoenergia.com::764ade2a-587d-408b-8708-fa5ae7562f99" providerId="AD" clId="Web-{3FF641E4-E160-DF8F-C844-3D000D59E792}" dt="2025-10-13T15:17:05.919" v="2"/>
        <pc:sldMkLst>
          <pc:docMk/>
          <pc:sldMk cId="1289318444" sldId="2134807711"/>
        </pc:sldMkLst>
        <pc:spChg chg="mod">
          <ac:chgData name="FEITOSA DO CARMO, LARISSA" userId="S::larissa.carmo@neoenergia.com::764ade2a-587d-408b-8708-fa5ae7562f99" providerId="AD" clId="Web-{3FF641E4-E160-DF8F-C844-3D000D59E792}" dt="2025-10-13T15:16:57.199" v="1" actId="20577"/>
          <ac:spMkLst>
            <pc:docMk/>
            <pc:sldMk cId="1289318444" sldId="2134807711"/>
            <ac:spMk id="2069" creationId="{DB9F781A-A33D-2425-267E-232F841E60C4}"/>
          </ac:spMkLst>
        </pc:spChg>
      </pc:sldChg>
      <pc:sldChg chg="add">
        <pc:chgData name="FEITOSA DO CARMO, LARISSA" userId="S::larissa.carmo@neoenergia.com::764ade2a-587d-408b-8708-fa5ae7562f99" providerId="AD" clId="Web-{3FF641E4-E160-DF8F-C844-3D000D59E792}" dt="2025-10-13T15:17:44.845" v="4"/>
        <pc:sldMkLst>
          <pc:docMk/>
          <pc:sldMk cId="2830796765" sldId="2134807712"/>
        </pc:sldMkLst>
      </pc:sldChg>
      <pc:sldChg chg="add replId">
        <pc:chgData name="FEITOSA DO CARMO, LARISSA" userId="S::larissa.carmo@neoenergia.com::764ade2a-587d-408b-8708-fa5ae7562f99" providerId="AD" clId="Web-{3FF641E4-E160-DF8F-C844-3D000D59E792}" dt="2025-10-13T15:25:40.729" v="31"/>
        <pc:sldMkLst>
          <pc:docMk/>
          <pc:sldMk cId="464213344" sldId="2134807713"/>
        </pc:sldMkLst>
      </pc:sldChg>
      <pc:sldChg chg="addSp delSp modSp new">
        <pc:chgData name="FEITOSA DO CARMO, LARISSA" userId="S::larissa.carmo@neoenergia.com::764ade2a-587d-408b-8708-fa5ae7562f99" providerId="AD" clId="Web-{3FF641E4-E160-DF8F-C844-3D000D59E792}" dt="2025-10-13T15:45:02.368" v="229" actId="20577"/>
        <pc:sldMkLst>
          <pc:docMk/>
          <pc:sldMk cId="1502678509" sldId="2134807714"/>
        </pc:sldMkLst>
        <pc:spChg chg="del">
          <ac:chgData name="FEITOSA DO CARMO, LARISSA" userId="S::larissa.carmo@neoenergia.com::764ade2a-587d-408b-8708-fa5ae7562f99" providerId="AD" clId="Web-{3FF641E4-E160-DF8F-C844-3D000D59E792}" dt="2025-10-13T15:34:48.855" v="101"/>
          <ac:spMkLst>
            <pc:docMk/>
            <pc:sldMk cId="1502678509" sldId="2134807714"/>
            <ac:spMk id="2" creationId="{E5B9ABB2-48EA-5E2A-F9B0-BEAB04390103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34:37.151" v="98"/>
          <ac:spMkLst>
            <pc:docMk/>
            <pc:sldMk cId="1502678509" sldId="2134807714"/>
            <ac:spMk id="3" creationId="{43258181-D840-C26E-91F3-3CBB60DD7672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34:46.293" v="100"/>
          <ac:spMkLst>
            <pc:docMk/>
            <pc:sldMk cId="1502678509" sldId="2134807714"/>
            <ac:spMk id="4" creationId="{1FBC4D7C-9DB6-3D9A-7922-6F0129826AB8}"/>
          </ac:spMkLst>
        </pc:spChg>
        <pc:spChg chg="del">
          <ac:chgData name="FEITOSA DO CARMO, LARISSA" userId="S::larissa.carmo@neoenergia.com::764ade2a-587d-408b-8708-fa5ae7562f99" providerId="AD" clId="Web-{3FF641E4-E160-DF8F-C844-3D000D59E792}" dt="2025-10-13T15:34:41.761" v="99"/>
          <ac:spMkLst>
            <pc:docMk/>
            <pc:sldMk cId="1502678509" sldId="2134807714"/>
            <ac:spMk id="5" creationId="{B988E89C-11E1-6E45-020D-6D49BE64331C}"/>
          </ac:spMkLst>
        </pc:spChg>
        <pc:spChg chg="del mod">
          <ac:chgData name="FEITOSA DO CARMO, LARISSA" userId="S::larissa.carmo@neoenergia.com::764ade2a-587d-408b-8708-fa5ae7562f99" providerId="AD" clId="Web-{3FF641E4-E160-DF8F-C844-3D000D59E792}" dt="2025-10-13T15:36:48.787" v="127"/>
          <ac:spMkLst>
            <pc:docMk/>
            <pc:sldMk cId="1502678509" sldId="2134807714"/>
            <ac:spMk id="6" creationId="{D67EDD7C-D574-8FFB-B1F5-67AAE4FE3B2A}"/>
          </ac:spMkLst>
        </pc:spChg>
        <pc:spChg chg="mod">
          <ac:chgData name="FEITOSA DO CARMO, LARISSA" userId="S::larissa.carmo@neoenergia.com::764ade2a-587d-408b-8708-fa5ae7562f99" providerId="AD" clId="Web-{3FF641E4-E160-DF8F-C844-3D000D59E792}" dt="2025-10-13T15:45:02.368" v="229" actId="20577"/>
          <ac:spMkLst>
            <pc:docMk/>
            <pc:sldMk cId="1502678509" sldId="2134807714"/>
            <ac:spMk id="7" creationId="{8AE5EF87-59F9-E613-D813-B495483A8979}"/>
          </ac:spMkLst>
        </pc:spChg>
        <pc:spChg chg="add del mod">
          <ac:chgData name="FEITOSA DO CARMO, LARISSA" userId="S::larissa.carmo@neoenergia.com::764ade2a-587d-408b-8708-fa5ae7562f99" providerId="AD" clId="Web-{3FF641E4-E160-DF8F-C844-3D000D59E792}" dt="2025-10-13T15:37:35.728" v="129"/>
          <ac:spMkLst>
            <pc:docMk/>
            <pc:sldMk cId="1502678509" sldId="2134807714"/>
            <ac:spMk id="11" creationId="{9DE477E4-3BC8-BE2A-1E33-32DDF315FAD9}"/>
          </ac:spMkLst>
        </pc:spChg>
        <pc:spChg chg="add del mod">
          <ac:chgData name="FEITOSA DO CARMO, LARISSA" userId="S::larissa.carmo@neoenergia.com::764ade2a-587d-408b-8708-fa5ae7562f99" providerId="AD" clId="Web-{3FF641E4-E160-DF8F-C844-3D000D59E792}" dt="2025-10-13T15:38:15.886" v="136"/>
          <ac:spMkLst>
            <pc:docMk/>
            <pc:sldMk cId="1502678509" sldId="2134807714"/>
            <ac:spMk id="14" creationId="{2CB4BB27-1B23-2006-9C74-D2EC3186ADBB}"/>
          </ac:spMkLst>
        </pc:spChg>
        <pc:spChg chg="add del mod">
          <ac:chgData name="FEITOSA DO CARMO, LARISSA" userId="S::larissa.carmo@neoenergia.com::764ade2a-587d-408b-8708-fa5ae7562f99" providerId="AD" clId="Web-{3FF641E4-E160-DF8F-C844-3D000D59E792}" dt="2025-10-13T15:38:54.794" v="140"/>
          <ac:spMkLst>
            <pc:docMk/>
            <pc:sldMk cId="1502678509" sldId="2134807714"/>
            <ac:spMk id="17" creationId="{2D6109E0-544F-076D-8A52-D667C6DF85FB}"/>
          </ac:spMkLst>
        </pc:spChg>
        <pc:spChg chg="add del mod">
          <ac:chgData name="FEITOSA DO CARMO, LARISSA" userId="S::larissa.carmo@neoenergia.com::764ade2a-587d-408b-8708-fa5ae7562f99" providerId="AD" clId="Web-{3FF641E4-E160-DF8F-C844-3D000D59E792}" dt="2025-10-13T15:40:40.330" v="209"/>
          <ac:spMkLst>
            <pc:docMk/>
            <pc:sldMk cId="1502678509" sldId="2134807714"/>
            <ac:spMk id="19" creationId="{0D5A44BC-7E87-5770-2CB4-A302B3C1BF0C}"/>
          </ac:spMkLst>
        </pc:spChg>
        <pc:spChg chg="add del mod">
          <ac:chgData name="FEITOSA DO CARMO, LARISSA" userId="S::larissa.carmo@neoenergia.com::764ade2a-587d-408b-8708-fa5ae7562f99" providerId="AD" clId="Web-{3FF641E4-E160-DF8F-C844-3D000D59E792}" dt="2025-10-13T15:40:37.955" v="208"/>
          <ac:spMkLst>
            <pc:docMk/>
            <pc:sldMk cId="1502678509" sldId="2134807714"/>
            <ac:spMk id="21" creationId="{F846CE6E-859C-43D2-BFA4-EC1136A3DFEE}"/>
          </ac:spMkLst>
        </pc:spChg>
        <pc:spChg chg="add del mod">
          <ac:chgData name="FEITOSA DO CARMO, LARISSA" userId="S::larissa.carmo@neoenergia.com::764ade2a-587d-408b-8708-fa5ae7562f99" providerId="AD" clId="Web-{3FF641E4-E160-DF8F-C844-3D000D59E792}" dt="2025-10-13T15:40:31.111" v="205"/>
          <ac:spMkLst>
            <pc:docMk/>
            <pc:sldMk cId="1502678509" sldId="2134807714"/>
            <ac:spMk id="22" creationId="{68BE5495-9F12-8A26-65DB-D67A6C569822}"/>
          </ac:spMkLst>
        </pc:spChg>
        <pc:spChg chg="add del mod">
          <ac:chgData name="FEITOSA DO CARMO, LARISSA" userId="S::larissa.carmo@neoenergia.com::764ade2a-587d-408b-8708-fa5ae7562f99" providerId="AD" clId="Web-{3FF641E4-E160-DF8F-C844-3D000D59E792}" dt="2025-10-13T15:40:35.111" v="207"/>
          <ac:spMkLst>
            <pc:docMk/>
            <pc:sldMk cId="1502678509" sldId="2134807714"/>
            <ac:spMk id="23" creationId="{25D138D9-DDA1-40B7-81C5-BA6EAB4612D8}"/>
          </ac:spMkLst>
        </pc:spChg>
        <pc:graphicFrameChg chg="add del mod modGraphic">
          <ac:chgData name="FEITOSA DO CARMO, LARISSA" userId="S::larissa.carmo@neoenergia.com::764ade2a-587d-408b-8708-fa5ae7562f99" providerId="AD" clId="Web-{3FF641E4-E160-DF8F-C844-3D000D59E792}" dt="2025-10-13T15:41:37.769" v="216"/>
          <ac:graphicFrameMkLst>
            <pc:docMk/>
            <pc:sldMk cId="1502678509" sldId="2134807714"/>
            <ac:graphicFrameMk id="24" creationId="{3AFD0F90-8FDC-3BD9-2431-4EF170FC5449}"/>
          </ac:graphicFrameMkLst>
        </pc:graphicFrameChg>
        <pc:picChg chg="add del mod ord">
          <ac:chgData name="FEITOSA DO CARMO, LARISSA" userId="S::larissa.carmo@neoenergia.com::764ade2a-587d-408b-8708-fa5ae7562f99" providerId="AD" clId="Web-{3FF641E4-E160-DF8F-C844-3D000D59E792}" dt="2025-10-13T15:36:03.534" v="108"/>
          <ac:picMkLst>
            <pc:docMk/>
            <pc:sldMk cId="1502678509" sldId="2134807714"/>
            <ac:picMk id="9" creationId="{4B30B9D8-9762-05A1-1B33-CAAD4FC9E9BE}"/>
          </ac:picMkLst>
        </pc:picChg>
        <pc:picChg chg="add del mod ord">
          <ac:chgData name="FEITOSA DO CARMO, LARISSA" userId="S::larissa.carmo@neoenergia.com::764ade2a-587d-408b-8708-fa5ae7562f99" providerId="AD" clId="Web-{3FF641E4-E160-DF8F-C844-3D000D59E792}" dt="2025-10-13T15:37:52.744" v="135"/>
          <ac:picMkLst>
            <pc:docMk/>
            <pc:sldMk cId="1502678509" sldId="2134807714"/>
            <ac:picMk id="12" creationId="{370E973B-7330-8486-E0CB-05F0086F2EAD}"/>
          </ac:picMkLst>
        </pc:picChg>
        <pc:picChg chg="add del mod ord">
          <ac:chgData name="FEITOSA DO CARMO, LARISSA" userId="S::larissa.carmo@neoenergia.com::764ade2a-587d-408b-8708-fa5ae7562f99" providerId="AD" clId="Web-{3FF641E4-E160-DF8F-C844-3D000D59E792}" dt="2025-10-13T15:38:26.777" v="138"/>
          <ac:picMkLst>
            <pc:docMk/>
            <pc:sldMk cId="1502678509" sldId="2134807714"/>
            <ac:picMk id="15" creationId="{09D8EAE3-749D-8527-B91A-A951B52DE98B}"/>
          </ac:picMkLst>
        </pc:picChg>
        <pc:picChg chg="add del mod">
          <ac:chgData name="FEITOSA DO CARMO, LARISSA" userId="S::larissa.carmo@neoenergia.com::764ade2a-587d-408b-8708-fa5ae7562f99" providerId="AD" clId="Web-{3FF641E4-E160-DF8F-C844-3D000D59E792}" dt="2025-10-13T15:42:59.350" v="220"/>
          <ac:picMkLst>
            <pc:docMk/>
            <pc:sldMk cId="1502678509" sldId="2134807714"/>
            <ac:picMk id="25" creationId="{5A577183-C3B6-8E76-F874-E5168D70D1E2}"/>
          </ac:picMkLst>
        </pc:picChg>
        <pc:picChg chg="add del mod">
          <ac:chgData name="FEITOSA DO CARMO, LARISSA" userId="S::larissa.carmo@neoenergia.com::764ade2a-587d-408b-8708-fa5ae7562f99" providerId="AD" clId="Web-{3FF641E4-E160-DF8F-C844-3D000D59E792}" dt="2025-10-13T15:43:02.647" v="222"/>
          <ac:picMkLst>
            <pc:docMk/>
            <pc:sldMk cId="1502678509" sldId="2134807714"/>
            <ac:picMk id="26" creationId="{3F6BB78E-52E1-762B-71D1-C1BC5C0E5E46}"/>
          </ac:picMkLst>
        </pc:picChg>
        <pc:picChg chg="add mod">
          <ac:chgData name="FEITOSA DO CARMO, LARISSA" userId="S::larissa.carmo@neoenergia.com::764ade2a-587d-408b-8708-fa5ae7562f99" providerId="AD" clId="Web-{3FF641E4-E160-DF8F-C844-3D000D59E792}" dt="2025-10-13T15:44:28.320" v="226" actId="14100"/>
          <ac:picMkLst>
            <pc:docMk/>
            <pc:sldMk cId="1502678509" sldId="2134807714"/>
            <ac:picMk id="27" creationId="{FB821327-249C-5BF9-E573-38662B985B1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43DA892-307A-E347-9194-62A21C6757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>
              <a:latin typeface="IberPangea Text Light" panose="020B0404000000000000" pitchFamily="34" charset="0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6F4688-6EE6-7843-A300-B1DE28926F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8FB47-5564-9243-9272-51DAF8FFEF94}" type="datetimeFigureOut">
              <a:rPr lang="es-ES" smtClean="0">
                <a:latin typeface="IberPangea Text Light" panose="020B0404000000000000" pitchFamily="34" charset="0"/>
              </a:rPr>
              <a:t>13/10/2025</a:t>
            </a:fld>
            <a:endParaRPr lang="es-ES">
              <a:latin typeface="IberPangea Text Light" panose="020B0404000000000000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7CAA0D-37D0-6B4C-BAC3-1CFAB35E21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>
              <a:latin typeface="IberPangea Text Light" panose="020B0404000000000000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FC91A7-283B-DC4A-89F0-A4228DEC4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D3102-2B43-BB40-9596-9DED75F4FA13}" type="slidenum">
              <a:rPr lang="es-ES" smtClean="0">
                <a:latin typeface="IberPangea Text Light" panose="020B0404000000000000" pitchFamily="34" charset="0"/>
              </a:rPr>
              <a:t>‹#›</a:t>
            </a:fld>
            <a:endParaRPr lang="es-ES">
              <a:latin typeface="IberPangea Text Light" panose="020B0404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19174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01C405C-4B83-CA4F-B731-38CA9DC20A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IberPangea Text" panose="020B0404000000000000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787299-38DA-864E-A1D0-CA4FF0FA3D3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IberPangea Text" panose="020B0404000000000000" pitchFamily="34" charset="0"/>
              </a:defRPr>
            </a:lvl1pPr>
          </a:lstStyle>
          <a:p>
            <a:pPr>
              <a:defRPr/>
            </a:pPr>
            <a:fld id="{65570E49-5083-DF4E-8F85-59825E114241}" type="datetimeFigureOut">
              <a:rPr lang="es-ES" smtClean="0"/>
              <a:pPr>
                <a:defRPr/>
              </a:pPr>
              <a:t>13/10/2025</a:t>
            </a:fld>
            <a:endParaRPr lang="es-ES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344FF829-E961-1B48-978F-49185604FB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48722998-6FE0-6246-BF73-9D7A3F32F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B4590A-E43D-6B4C-BD6E-E6D5EFEAD3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IberPangea Text" panose="020B0404000000000000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4E76EC-B62D-BB46-9FF8-0861CF883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IberPangea Text" panose="020B0404000000000000" pitchFamily="34" charset="0"/>
              </a:defRPr>
            </a:lvl1pPr>
          </a:lstStyle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IberPangea Text" panose="020B0504000000000000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IberPangea Text" panose="020B0504000000000000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IberPangea Text" panose="020B0504000000000000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IberPangea Text" panose="020B0504000000000000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IberPangea Text" panose="020B0504000000000000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24382413" cy="13716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6948" y="5844491"/>
            <a:ext cx="22000142" cy="4783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577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578" y="6322805"/>
            <a:ext cx="22059476" cy="254712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175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Big PPT Title</a:t>
            </a:r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9DA38B74-8C19-3B01-F5CA-AFDA3E362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49893" y="12834664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fld id="{12730F5A-8C2E-F949-910B-9BF3A206FE81}" type="datetime1">
              <a:rPr lang="en-US" noProof="0" smtClean="0"/>
              <a:t>29/3/23</a:t>
            </a:fld>
            <a:endParaRPr lang="en-US" noProof="0"/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B2AF417B-2AAD-2201-544C-B352BA4B07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388" y="12834664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E1B2BAD-BF7F-A4BD-AB5E-8DF9903A6F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933" y="842280"/>
            <a:ext cx="1531787" cy="144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24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long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24382413" cy="13716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6948" y="5844491"/>
            <a:ext cx="22000142" cy="4783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577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578" y="6569968"/>
            <a:ext cx="22059476" cy="32400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122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9DA38B74-8C19-3B01-F5CA-AFDA3E362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49893" y="12834664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fld id="{8EBBC308-45BF-CF4E-8989-F41A37644456}" type="datetime1">
              <a:rPr lang="en-US" noProof="0" smtClean="0"/>
              <a:t>29/3/23</a:t>
            </a:fld>
            <a:endParaRPr lang="en-US" noProof="0"/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388" y="12834664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418536E-1376-6CA5-4A50-4EFBAD6EF9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933" y="842280"/>
            <a:ext cx="1531787" cy="144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1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2">
            <a:extLst>
              <a:ext uri="{FF2B5EF4-FFF2-40B4-BE49-F238E27FC236}">
                <a16:creationId xmlns:a16="http://schemas.microsoft.com/office/drawing/2014/main" id="{02C6E78E-94C2-B86A-43B0-C98F58009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4388" y="5844491"/>
            <a:ext cx="22000142" cy="4783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577" b="0" i="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pPr lvl="0"/>
            <a:r>
              <a:rPr lang="es-ES"/>
              <a:t>Subtítulo de portada</a:t>
            </a:r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48B9D897-8522-C703-18E2-6BE46E9EE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16135" y="12834000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fld id="{02B24472-8DE9-4849-ADBA-3FCAC8B76F3B}" type="datetime1">
              <a:rPr lang="es-ES" smtClean="0"/>
              <a:t>29/3/23</a:t>
            </a:fld>
            <a:endParaRPr lang="es-ES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3BD5612-AEBB-19A0-9897-5839C3851C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4388" y="12834000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r>
              <a:rPr lang="es-ES"/>
              <a:t>División Negocio</a:t>
            </a:r>
          </a:p>
        </p:txBody>
      </p:sp>
      <p:sp>
        <p:nvSpPr>
          <p:cNvPr id="2" name="Título 14">
            <a:extLst>
              <a:ext uri="{FF2B5EF4-FFF2-40B4-BE49-F238E27FC236}">
                <a16:creationId xmlns:a16="http://schemas.microsoft.com/office/drawing/2014/main" id="{EE43D0D4-53D9-E48B-97B4-161635A2C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578" y="6569968"/>
            <a:ext cx="22060800" cy="32400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12200" b="1" i="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s-ES"/>
              <a:t>Título de Portada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7390CBFF-3C92-505B-AC2E-55C065E05A94}"/>
              </a:ext>
            </a:extLst>
          </p:cNvPr>
          <p:cNvGrpSpPr/>
          <p:nvPr userDrawn="1"/>
        </p:nvGrpSpPr>
        <p:grpSpPr>
          <a:xfrm>
            <a:off x="547324" y="842400"/>
            <a:ext cx="4920538" cy="1471621"/>
            <a:chOff x="2835649" y="5524577"/>
            <a:chExt cx="7626916" cy="2281037"/>
          </a:xfrm>
        </p:grpSpPr>
        <p:sp>
          <p:nvSpPr>
            <p:cNvPr id="28" name="Forma libre 35">
              <a:extLst>
                <a:ext uri="{FF2B5EF4-FFF2-40B4-BE49-F238E27FC236}">
                  <a16:creationId xmlns:a16="http://schemas.microsoft.com/office/drawing/2014/main" id="{E15B8FCA-C579-A8D6-2335-05619F23588F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29" name="Forma libre 36">
              <a:extLst>
                <a:ext uri="{FF2B5EF4-FFF2-40B4-BE49-F238E27FC236}">
                  <a16:creationId xmlns:a16="http://schemas.microsoft.com/office/drawing/2014/main" id="{FCCE653B-4F48-944C-2B34-C2C4C55F8510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0" name="Forma libre 37">
              <a:extLst>
                <a:ext uri="{FF2B5EF4-FFF2-40B4-BE49-F238E27FC236}">
                  <a16:creationId xmlns:a16="http://schemas.microsoft.com/office/drawing/2014/main" id="{F0485C8A-FFB0-27AA-F558-6DB60889B4E6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1" name="Forma libre 38">
              <a:extLst>
                <a:ext uri="{FF2B5EF4-FFF2-40B4-BE49-F238E27FC236}">
                  <a16:creationId xmlns:a16="http://schemas.microsoft.com/office/drawing/2014/main" id="{159DA63B-9E5C-96A0-6048-6B09C569ECD9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2" name="Forma libre 39">
              <a:extLst>
                <a:ext uri="{FF2B5EF4-FFF2-40B4-BE49-F238E27FC236}">
                  <a16:creationId xmlns:a16="http://schemas.microsoft.com/office/drawing/2014/main" id="{18E8377A-5937-F824-3176-5496504D9BE3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3" name="Forma libre 40">
              <a:extLst>
                <a:ext uri="{FF2B5EF4-FFF2-40B4-BE49-F238E27FC236}">
                  <a16:creationId xmlns:a16="http://schemas.microsoft.com/office/drawing/2014/main" id="{93158F2A-A5C9-C2D1-AD2E-37D88403F773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4" name="Forma libre 41">
              <a:extLst>
                <a:ext uri="{FF2B5EF4-FFF2-40B4-BE49-F238E27FC236}">
                  <a16:creationId xmlns:a16="http://schemas.microsoft.com/office/drawing/2014/main" id="{23545161-2227-28A6-D1D4-19ABCF3791E4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5" name="Forma libre 42">
              <a:extLst>
                <a:ext uri="{FF2B5EF4-FFF2-40B4-BE49-F238E27FC236}">
                  <a16:creationId xmlns:a16="http://schemas.microsoft.com/office/drawing/2014/main" id="{5833E3F5-E05C-6F19-2335-048DEBC0AA28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6" name="Forma libre 43">
              <a:extLst>
                <a:ext uri="{FF2B5EF4-FFF2-40B4-BE49-F238E27FC236}">
                  <a16:creationId xmlns:a16="http://schemas.microsoft.com/office/drawing/2014/main" id="{DC83AD32-617E-5A6B-F0A3-D38F766B2205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7" name="Forma libre 44">
              <a:extLst>
                <a:ext uri="{FF2B5EF4-FFF2-40B4-BE49-F238E27FC236}">
                  <a16:creationId xmlns:a16="http://schemas.microsoft.com/office/drawing/2014/main" id="{9A2ADCF1-7362-73B7-7DE0-A93FEABBCA36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8" name="Forma libre 45">
              <a:extLst>
                <a:ext uri="{FF2B5EF4-FFF2-40B4-BE49-F238E27FC236}">
                  <a16:creationId xmlns:a16="http://schemas.microsoft.com/office/drawing/2014/main" id="{AEB8D043-2980-48DC-47D0-83FAD3352121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9" name="Forma libre 46">
              <a:extLst>
                <a:ext uri="{FF2B5EF4-FFF2-40B4-BE49-F238E27FC236}">
                  <a16:creationId xmlns:a16="http://schemas.microsoft.com/office/drawing/2014/main" id="{03104CF0-8654-7D46-3348-8CDA0180B26E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40" name="Forma libre 47">
              <a:extLst>
                <a:ext uri="{FF2B5EF4-FFF2-40B4-BE49-F238E27FC236}">
                  <a16:creationId xmlns:a16="http://schemas.microsoft.com/office/drawing/2014/main" id="{A79B54DB-AD3F-6A08-87F5-D8CC8BB5F759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41" name="Forma libre 48">
              <a:extLst>
                <a:ext uri="{FF2B5EF4-FFF2-40B4-BE49-F238E27FC236}">
                  <a16:creationId xmlns:a16="http://schemas.microsoft.com/office/drawing/2014/main" id="{9F5630AB-90C8-A69F-65FA-59F8F0199FF8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42" name="Forma libre 49">
              <a:extLst>
                <a:ext uri="{FF2B5EF4-FFF2-40B4-BE49-F238E27FC236}">
                  <a16:creationId xmlns:a16="http://schemas.microsoft.com/office/drawing/2014/main" id="{79BC6B2B-3A20-C5E9-A8E3-F3D4FA2EACAC}"/>
                </a:ext>
              </a:extLst>
            </p:cNvPr>
            <p:cNvSpPr/>
            <p:nvPr/>
          </p:nvSpPr>
          <p:spPr>
            <a:xfrm>
              <a:off x="2835649" y="5524577"/>
              <a:ext cx="7626916" cy="2281037"/>
            </a:xfrm>
            <a:custGeom>
              <a:avLst/>
              <a:gdLst>
                <a:gd name="connsiteX0" fmla="*/ 0 w 7626916"/>
                <a:gd name="connsiteY0" fmla="*/ 0 h 2281037"/>
                <a:gd name="connsiteX1" fmla="*/ 7626917 w 7626916"/>
                <a:gd name="connsiteY1" fmla="*/ 0 h 2281037"/>
                <a:gd name="connsiteX2" fmla="*/ 7626917 w 7626916"/>
                <a:gd name="connsiteY2" fmla="*/ 2281038 h 2281037"/>
                <a:gd name="connsiteX3" fmla="*/ 0 w 7626916"/>
                <a:gd name="connsiteY3" fmla="*/ 2281038 h 2281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6916" h="2281037">
                  <a:moveTo>
                    <a:pt x="0" y="0"/>
                  </a:moveTo>
                  <a:lnTo>
                    <a:pt x="7626917" y="0"/>
                  </a:lnTo>
                  <a:lnTo>
                    <a:pt x="7626917" y="2281038"/>
                  </a:lnTo>
                  <a:lnTo>
                    <a:pt x="0" y="2281038"/>
                  </a:lnTo>
                  <a:close/>
                </a:path>
              </a:pathLst>
            </a:custGeom>
            <a:no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1825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for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74A17-7A45-404C-BCD5-DB3D201A1C4D}"/>
              </a:ext>
            </a:extLst>
          </p:cNvPr>
          <p:cNvSpPr/>
          <p:nvPr userDrawn="1"/>
        </p:nvSpPr>
        <p:spPr>
          <a:xfrm>
            <a:off x="18357144" y="0"/>
            <a:ext cx="6025270" cy="2813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CE6D37-3709-4FF8-957D-B581B3FD7749}"/>
              </a:ext>
            </a:extLst>
          </p:cNvPr>
          <p:cNvSpPr/>
          <p:nvPr userDrawn="1"/>
        </p:nvSpPr>
        <p:spPr>
          <a:xfrm>
            <a:off x="1" y="12665320"/>
            <a:ext cx="2253655" cy="1050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30D2A30-A6AB-00B9-D16F-BF08084A86E2}"/>
              </a:ext>
            </a:extLst>
          </p:cNvPr>
          <p:cNvCxnSpPr>
            <a:cxnSpLocks/>
          </p:cNvCxnSpPr>
          <p:nvPr userDrawn="1"/>
        </p:nvCxnSpPr>
        <p:spPr>
          <a:xfrm>
            <a:off x="791642" y="4625139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EF07F6E-EC2B-951E-CDDF-504B61EF4682}"/>
              </a:ext>
            </a:extLst>
          </p:cNvPr>
          <p:cNvGrpSpPr/>
          <p:nvPr userDrawn="1"/>
        </p:nvGrpSpPr>
        <p:grpSpPr>
          <a:xfrm>
            <a:off x="580808" y="2851220"/>
            <a:ext cx="4920538" cy="1471621"/>
            <a:chOff x="2835649" y="5524577"/>
            <a:chExt cx="7626916" cy="2281037"/>
          </a:xfrm>
        </p:grpSpPr>
        <p:sp>
          <p:nvSpPr>
            <p:cNvPr id="27" name="Forma libre 35">
              <a:extLst>
                <a:ext uri="{FF2B5EF4-FFF2-40B4-BE49-F238E27FC236}">
                  <a16:creationId xmlns:a16="http://schemas.microsoft.com/office/drawing/2014/main" id="{CB0EA1D7-EE86-9AE4-F6CA-CB82859EA48C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28" name="Forma libre 36">
              <a:extLst>
                <a:ext uri="{FF2B5EF4-FFF2-40B4-BE49-F238E27FC236}">
                  <a16:creationId xmlns:a16="http://schemas.microsoft.com/office/drawing/2014/main" id="{B6F7FC79-4398-C437-B8A1-DA65E658D272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29" name="Forma libre 37">
              <a:extLst>
                <a:ext uri="{FF2B5EF4-FFF2-40B4-BE49-F238E27FC236}">
                  <a16:creationId xmlns:a16="http://schemas.microsoft.com/office/drawing/2014/main" id="{36FCBDC4-AB08-1CC3-B475-8D5BFA553CEF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0" name="Forma libre 38">
              <a:extLst>
                <a:ext uri="{FF2B5EF4-FFF2-40B4-BE49-F238E27FC236}">
                  <a16:creationId xmlns:a16="http://schemas.microsoft.com/office/drawing/2014/main" id="{249A9826-0255-7D8E-A015-615C9B53EC33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1" name="Forma libre 39">
              <a:extLst>
                <a:ext uri="{FF2B5EF4-FFF2-40B4-BE49-F238E27FC236}">
                  <a16:creationId xmlns:a16="http://schemas.microsoft.com/office/drawing/2014/main" id="{7AA962DD-FB76-7787-0A3D-60EEC03137DE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2" name="Forma libre 40">
              <a:extLst>
                <a:ext uri="{FF2B5EF4-FFF2-40B4-BE49-F238E27FC236}">
                  <a16:creationId xmlns:a16="http://schemas.microsoft.com/office/drawing/2014/main" id="{B9647B0D-194A-FB2F-9B54-889C2CEC2859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3" name="Forma libre 41">
              <a:extLst>
                <a:ext uri="{FF2B5EF4-FFF2-40B4-BE49-F238E27FC236}">
                  <a16:creationId xmlns:a16="http://schemas.microsoft.com/office/drawing/2014/main" id="{BCD76A2D-7FAA-45E7-4790-6AABC9FDD30F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4" name="Forma libre 42">
              <a:extLst>
                <a:ext uri="{FF2B5EF4-FFF2-40B4-BE49-F238E27FC236}">
                  <a16:creationId xmlns:a16="http://schemas.microsoft.com/office/drawing/2014/main" id="{80488276-A0B9-DBD5-1E1A-FA059BA203C9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5" name="Forma libre 43">
              <a:extLst>
                <a:ext uri="{FF2B5EF4-FFF2-40B4-BE49-F238E27FC236}">
                  <a16:creationId xmlns:a16="http://schemas.microsoft.com/office/drawing/2014/main" id="{ED6F0371-8089-15C4-51AB-1405B27AC4C5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6" name="Forma libre 44">
              <a:extLst>
                <a:ext uri="{FF2B5EF4-FFF2-40B4-BE49-F238E27FC236}">
                  <a16:creationId xmlns:a16="http://schemas.microsoft.com/office/drawing/2014/main" id="{86864084-719D-6E48-76AE-82DF7F963CAA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7" name="Forma libre 45">
              <a:extLst>
                <a:ext uri="{FF2B5EF4-FFF2-40B4-BE49-F238E27FC236}">
                  <a16:creationId xmlns:a16="http://schemas.microsoft.com/office/drawing/2014/main" id="{020F65A0-CFB8-E5B3-2C99-9426A5365A48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8" name="Forma libre 46">
              <a:extLst>
                <a:ext uri="{FF2B5EF4-FFF2-40B4-BE49-F238E27FC236}">
                  <a16:creationId xmlns:a16="http://schemas.microsoft.com/office/drawing/2014/main" id="{89F2634A-BDC5-557D-BAC3-E2B3033D98B5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39" name="Forma libre 47">
              <a:extLst>
                <a:ext uri="{FF2B5EF4-FFF2-40B4-BE49-F238E27FC236}">
                  <a16:creationId xmlns:a16="http://schemas.microsoft.com/office/drawing/2014/main" id="{8D77804C-BF55-C7DE-C9EC-A133B93B26EF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40" name="Forma libre 48">
              <a:extLst>
                <a:ext uri="{FF2B5EF4-FFF2-40B4-BE49-F238E27FC236}">
                  <a16:creationId xmlns:a16="http://schemas.microsoft.com/office/drawing/2014/main" id="{ADD39635-6FFC-74AD-E47B-AA3525EBCCA4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41" name="Forma libre 49">
              <a:extLst>
                <a:ext uri="{FF2B5EF4-FFF2-40B4-BE49-F238E27FC236}">
                  <a16:creationId xmlns:a16="http://schemas.microsoft.com/office/drawing/2014/main" id="{AD6AE16C-4C9A-7C5A-6B36-AB8701259045}"/>
                </a:ext>
              </a:extLst>
            </p:cNvPr>
            <p:cNvSpPr/>
            <p:nvPr/>
          </p:nvSpPr>
          <p:spPr>
            <a:xfrm>
              <a:off x="2835649" y="5524577"/>
              <a:ext cx="7626916" cy="2281037"/>
            </a:xfrm>
            <a:custGeom>
              <a:avLst/>
              <a:gdLst>
                <a:gd name="connsiteX0" fmla="*/ 0 w 7626916"/>
                <a:gd name="connsiteY0" fmla="*/ 0 h 2281037"/>
                <a:gd name="connsiteX1" fmla="*/ 7626917 w 7626916"/>
                <a:gd name="connsiteY1" fmla="*/ 0 h 2281037"/>
                <a:gd name="connsiteX2" fmla="*/ 7626917 w 7626916"/>
                <a:gd name="connsiteY2" fmla="*/ 2281038 h 2281037"/>
                <a:gd name="connsiteX3" fmla="*/ 0 w 7626916"/>
                <a:gd name="connsiteY3" fmla="*/ 2281038 h 2281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6916" h="2281037">
                  <a:moveTo>
                    <a:pt x="0" y="0"/>
                  </a:moveTo>
                  <a:lnTo>
                    <a:pt x="7626917" y="0"/>
                  </a:lnTo>
                  <a:lnTo>
                    <a:pt x="7626917" y="2281038"/>
                  </a:lnTo>
                  <a:lnTo>
                    <a:pt x="0" y="2281038"/>
                  </a:lnTo>
                  <a:close/>
                </a:path>
              </a:pathLst>
            </a:custGeom>
            <a:no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130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13E6C0B-DAE7-E859-4224-2E49972A50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4387" y="1661835"/>
            <a:ext cx="22753638" cy="462902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s-ES" sz="3200" b="1" err="1">
                <a:solidFill>
                  <a:schemeClr val="bg1">
                    <a:lumMod val="50000"/>
                  </a:schemeClr>
                </a:solidFill>
              </a:rPr>
              <a:t>Caption</a:t>
            </a:r>
            <a:r>
              <a:rPr lang="es-ES" sz="3200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3200" b="1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es-ES" sz="3200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3200" b="1" err="1">
                <a:solidFill>
                  <a:schemeClr val="tx2"/>
                </a:solidFill>
              </a:rPr>
              <a:t>featured</a:t>
            </a:r>
            <a:r>
              <a:rPr lang="es-ES" sz="3200" b="1">
                <a:solidFill>
                  <a:schemeClr val="tx2"/>
                </a:solidFill>
              </a:rPr>
              <a:t> </a:t>
            </a:r>
            <a:r>
              <a:rPr lang="es-ES" sz="3200" b="1" err="1">
                <a:solidFill>
                  <a:schemeClr val="tx2"/>
                </a:solidFill>
              </a:rPr>
              <a:t>information</a:t>
            </a:r>
            <a:endParaRPr lang="es-ES" sz="3200"/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EFFC43A6-B6C3-35B5-ACC0-4C487F5C70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595838"/>
            <a:ext cx="20037027" cy="10389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5400" b="1">
                <a:latin typeface="+mn-lt"/>
              </a:rPr>
              <a:t>Title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B2C5834-ED03-3AFD-AC65-659BD6A09C19}"/>
              </a:ext>
            </a:extLst>
          </p:cNvPr>
          <p:cNvCxnSpPr>
            <a:cxnSpLocks/>
          </p:cNvCxnSpPr>
          <p:nvPr userDrawn="1"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BAFB12A6-973B-4235-6D56-2518880FDE01}"/>
              </a:ext>
            </a:extLst>
          </p:cNvPr>
          <p:cNvSpPr txBox="1"/>
          <p:nvPr userDrawn="1"/>
        </p:nvSpPr>
        <p:spPr>
          <a:xfrm>
            <a:off x="2846717" y="105242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s-ES_tradnl" sz="2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2C93FF52-9726-917C-E1F7-D0461C5171B7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8" name="Forma libre 35">
              <a:extLst>
                <a:ext uri="{FF2B5EF4-FFF2-40B4-BE49-F238E27FC236}">
                  <a16:creationId xmlns:a16="http://schemas.microsoft.com/office/drawing/2014/main" id="{E801704F-7441-F34F-E28E-66956D1BBAC6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36">
              <a:extLst>
                <a:ext uri="{FF2B5EF4-FFF2-40B4-BE49-F238E27FC236}">
                  <a16:creationId xmlns:a16="http://schemas.microsoft.com/office/drawing/2014/main" id="{FD3E9F2B-DB3E-63DB-2B42-E4A93C54D5B5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7">
              <a:extLst>
                <a:ext uri="{FF2B5EF4-FFF2-40B4-BE49-F238E27FC236}">
                  <a16:creationId xmlns:a16="http://schemas.microsoft.com/office/drawing/2014/main" id="{C2D7BE44-2671-2ADB-28BD-D35B22401B34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8">
              <a:extLst>
                <a:ext uri="{FF2B5EF4-FFF2-40B4-BE49-F238E27FC236}">
                  <a16:creationId xmlns:a16="http://schemas.microsoft.com/office/drawing/2014/main" id="{3062984B-36BD-ADF4-8B01-7732B3C38D12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9">
              <a:extLst>
                <a:ext uri="{FF2B5EF4-FFF2-40B4-BE49-F238E27FC236}">
                  <a16:creationId xmlns:a16="http://schemas.microsoft.com/office/drawing/2014/main" id="{8DA5AE44-4ED0-BB7F-5FD8-8FC1D0930FEC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0">
              <a:extLst>
                <a:ext uri="{FF2B5EF4-FFF2-40B4-BE49-F238E27FC236}">
                  <a16:creationId xmlns:a16="http://schemas.microsoft.com/office/drawing/2014/main" id="{0A8793BC-D7DB-5B88-E864-274500DC8F12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1">
              <a:extLst>
                <a:ext uri="{FF2B5EF4-FFF2-40B4-BE49-F238E27FC236}">
                  <a16:creationId xmlns:a16="http://schemas.microsoft.com/office/drawing/2014/main" id="{A64FB30E-212F-6510-3BBC-8CA7A941CC40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2">
              <a:extLst>
                <a:ext uri="{FF2B5EF4-FFF2-40B4-BE49-F238E27FC236}">
                  <a16:creationId xmlns:a16="http://schemas.microsoft.com/office/drawing/2014/main" id="{4A23824C-9AE1-1FDE-C751-0CAB5F18C2FA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3">
              <a:extLst>
                <a:ext uri="{FF2B5EF4-FFF2-40B4-BE49-F238E27FC236}">
                  <a16:creationId xmlns:a16="http://schemas.microsoft.com/office/drawing/2014/main" id="{4699781B-6C13-C834-013B-4AFE7E16CB22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4">
              <a:extLst>
                <a:ext uri="{FF2B5EF4-FFF2-40B4-BE49-F238E27FC236}">
                  <a16:creationId xmlns:a16="http://schemas.microsoft.com/office/drawing/2014/main" id="{2FE1D876-AEC6-6E15-76C7-7D7E3B80AEDF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5">
              <a:extLst>
                <a:ext uri="{FF2B5EF4-FFF2-40B4-BE49-F238E27FC236}">
                  <a16:creationId xmlns:a16="http://schemas.microsoft.com/office/drawing/2014/main" id="{D2986A3B-8D8E-F5E0-FA50-73FE1C2947D2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6">
              <a:extLst>
                <a:ext uri="{FF2B5EF4-FFF2-40B4-BE49-F238E27FC236}">
                  <a16:creationId xmlns:a16="http://schemas.microsoft.com/office/drawing/2014/main" id="{2C2F59CA-D9B5-201E-139E-C4674EA11996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7">
              <a:extLst>
                <a:ext uri="{FF2B5EF4-FFF2-40B4-BE49-F238E27FC236}">
                  <a16:creationId xmlns:a16="http://schemas.microsoft.com/office/drawing/2014/main" id="{593BF5E6-DE50-2F7A-8667-EFCECF725B63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8">
              <a:extLst>
                <a:ext uri="{FF2B5EF4-FFF2-40B4-BE49-F238E27FC236}">
                  <a16:creationId xmlns:a16="http://schemas.microsoft.com/office/drawing/2014/main" id="{8F9A2546-D040-48EB-329E-266DD1389A47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535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CEEF4A-7598-08FC-4508-B7EB08BD0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39025" y="3079101"/>
            <a:ext cx="16129000" cy="9539537"/>
          </a:xfrm>
          <a:prstGeom prst="roundRect">
            <a:avLst>
              <a:gd name="adj" fmla="val 938"/>
            </a:avLst>
          </a:prstGeom>
        </p:spPr>
        <p:txBody>
          <a:bodyPr/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here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add</a:t>
            </a:r>
            <a:r>
              <a:rPr lang="es-ES"/>
              <a:t> </a:t>
            </a:r>
            <a:r>
              <a:rPr lang="es-ES" err="1"/>
              <a:t>image</a:t>
            </a:r>
            <a:endParaRPr lang="es-ES_tradnl"/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5C377FDF-622D-66EE-7059-500B01D9C5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Click</a:t>
            </a:r>
            <a:r>
              <a:rPr lang="es-ES_tradnl"/>
              <a:t> </a:t>
            </a:r>
            <a:r>
              <a:rPr lang="es-ES_tradnl" err="1"/>
              <a:t>here</a:t>
            </a:r>
            <a:r>
              <a:rPr lang="es-ES_tradnl"/>
              <a:t> </a:t>
            </a:r>
            <a:r>
              <a:rPr lang="es-ES_tradnl" err="1"/>
              <a:t>to</a:t>
            </a:r>
            <a:r>
              <a:rPr lang="es-ES_tradnl"/>
              <a:t> </a:t>
            </a:r>
            <a:r>
              <a:rPr lang="es-ES_tradnl" err="1"/>
              <a:t>add</a:t>
            </a:r>
            <a:r>
              <a:rPr lang="es-ES_tradnl"/>
              <a:t> </a:t>
            </a:r>
            <a:r>
              <a:rPr lang="es-ES_tradnl" err="1"/>
              <a:t>your</a:t>
            </a:r>
            <a:r>
              <a:rPr lang="es-ES_tradnl"/>
              <a:t> </a:t>
            </a:r>
            <a:r>
              <a:rPr lang="es-ES_tradnl" err="1"/>
              <a:t>Section</a:t>
            </a:r>
            <a:r>
              <a:rPr lang="es-ES_tradnl"/>
              <a:t> </a:t>
            </a:r>
            <a:r>
              <a:rPr lang="es-ES_tradnl" err="1"/>
              <a:t>Subtitle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0023B0-0850-55B8-BD3A-D35A6857F9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here to add text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8919088-715E-AD9B-617E-EF6832F840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here to add title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C2D8084F-62F5-BD09-E04E-124FA9DA6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4387" y="1661835"/>
            <a:ext cx="22753638" cy="462902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s-ES" sz="3200" b="1" err="1">
                <a:solidFill>
                  <a:schemeClr val="bg1">
                    <a:lumMod val="50000"/>
                  </a:schemeClr>
                </a:solidFill>
              </a:rPr>
              <a:t>Caption</a:t>
            </a:r>
            <a:r>
              <a:rPr lang="es-ES" sz="3200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3200" b="1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es-ES" sz="3200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3200" b="1" err="1">
                <a:solidFill>
                  <a:schemeClr val="tx2"/>
                </a:solidFill>
              </a:rPr>
              <a:t>featured</a:t>
            </a:r>
            <a:r>
              <a:rPr lang="es-ES" sz="3200" b="1">
                <a:solidFill>
                  <a:schemeClr val="tx2"/>
                </a:solidFill>
              </a:rPr>
              <a:t> </a:t>
            </a:r>
            <a:r>
              <a:rPr lang="es-ES" sz="3200" b="1" err="1">
                <a:solidFill>
                  <a:schemeClr val="tx2"/>
                </a:solidFill>
              </a:rPr>
              <a:t>information</a:t>
            </a:r>
            <a:endParaRPr lang="es-ES" sz="3200"/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52D87967-BFF8-E2C1-554F-6470FDB1C1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595838"/>
            <a:ext cx="19973010" cy="10389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5400" b="1">
                <a:latin typeface="+mn-lt"/>
              </a:rPr>
              <a:t>Title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843C3CA-40FC-84FF-141A-D25EB7460BCC}"/>
              </a:ext>
            </a:extLst>
          </p:cNvPr>
          <p:cNvCxnSpPr>
            <a:cxnSpLocks/>
          </p:cNvCxnSpPr>
          <p:nvPr userDrawn="1"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D058F3EE-3038-89B7-8796-370369C72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9500A072-5224-BA3C-71BD-E5C3F1AB28C6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110" name="Forma libre 35">
              <a:extLst>
                <a:ext uri="{FF2B5EF4-FFF2-40B4-BE49-F238E27FC236}">
                  <a16:creationId xmlns:a16="http://schemas.microsoft.com/office/drawing/2014/main" id="{159E0271-7C89-8915-1DBA-9C4EF79A5ACB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1" name="Forma libre 36">
              <a:extLst>
                <a:ext uri="{FF2B5EF4-FFF2-40B4-BE49-F238E27FC236}">
                  <a16:creationId xmlns:a16="http://schemas.microsoft.com/office/drawing/2014/main" id="{2C8A32EE-ED5E-8F34-1549-6553202DEB66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2" name="Forma libre 37">
              <a:extLst>
                <a:ext uri="{FF2B5EF4-FFF2-40B4-BE49-F238E27FC236}">
                  <a16:creationId xmlns:a16="http://schemas.microsoft.com/office/drawing/2014/main" id="{2A62D9A4-37C6-065D-1D76-BD466FE81BE8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3" name="Forma libre 38">
              <a:extLst>
                <a:ext uri="{FF2B5EF4-FFF2-40B4-BE49-F238E27FC236}">
                  <a16:creationId xmlns:a16="http://schemas.microsoft.com/office/drawing/2014/main" id="{4EEB681B-AD91-4124-4A6E-C770F762621F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4" name="Forma libre 39">
              <a:extLst>
                <a:ext uri="{FF2B5EF4-FFF2-40B4-BE49-F238E27FC236}">
                  <a16:creationId xmlns:a16="http://schemas.microsoft.com/office/drawing/2014/main" id="{4F7C0F98-D0D1-D755-584B-92FC56DB15BE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5" name="Forma libre 40">
              <a:extLst>
                <a:ext uri="{FF2B5EF4-FFF2-40B4-BE49-F238E27FC236}">
                  <a16:creationId xmlns:a16="http://schemas.microsoft.com/office/drawing/2014/main" id="{29B22F17-16E6-9CEB-3E27-7647466CCD05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6" name="Forma libre 41">
              <a:extLst>
                <a:ext uri="{FF2B5EF4-FFF2-40B4-BE49-F238E27FC236}">
                  <a16:creationId xmlns:a16="http://schemas.microsoft.com/office/drawing/2014/main" id="{7360A7FA-4DD5-EF61-79CB-49EFFCC2A902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7" name="Forma libre 42">
              <a:extLst>
                <a:ext uri="{FF2B5EF4-FFF2-40B4-BE49-F238E27FC236}">
                  <a16:creationId xmlns:a16="http://schemas.microsoft.com/office/drawing/2014/main" id="{0009E5F2-B57E-6E02-58BA-17852B730475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8" name="Forma libre 43">
              <a:extLst>
                <a:ext uri="{FF2B5EF4-FFF2-40B4-BE49-F238E27FC236}">
                  <a16:creationId xmlns:a16="http://schemas.microsoft.com/office/drawing/2014/main" id="{4D7DAF2D-C654-75E2-21EF-6F2B5A163636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9" name="Forma libre 44">
              <a:extLst>
                <a:ext uri="{FF2B5EF4-FFF2-40B4-BE49-F238E27FC236}">
                  <a16:creationId xmlns:a16="http://schemas.microsoft.com/office/drawing/2014/main" id="{D2B565AB-40F7-777C-71C0-A07809C089F9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0" name="Forma libre 45">
              <a:extLst>
                <a:ext uri="{FF2B5EF4-FFF2-40B4-BE49-F238E27FC236}">
                  <a16:creationId xmlns:a16="http://schemas.microsoft.com/office/drawing/2014/main" id="{11B87BE6-24EB-E8FE-78BF-BDC5E7E4D364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1" name="Forma libre 46">
              <a:extLst>
                <a:ext uri="{FF2B5EF4-FFF2-40B4-BE49-F238E27FC236}">
                  <a16:creationId xmlns:a16="http://schemas.microsoft.com/office/drawing/2014/main" id="{A5D1E1C6-1DAC-A67E-248C-2DA632FE5395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2" name="Forma libre 47">
              <a:extLst>
                <a:ext uri="{FF2B5EF4-FFF2-40B4-BE49-F238E27FC236}">
                  <a16:creationId xmlns:a16="http://schemas.microsoft.com/office/drawing/2014/main" id="{8684D7B9-AC27-3B94-69A9-4C8B129DB52C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3" name="Forma libre 48">
              <a:extLst>
                <a:ext uri="{FF2B5EF4-FFF2-40B4-BE49-F238E27FC236}">
                  <a16:creationId xmlns:a16="http://schemas.microsoft.com/office/drawing/2014/main" id="{D6171328-0C80-C1A4-52B7-E4AFA5FD0261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48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Green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6720-E9A7-00C8-B312-83BAF1964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913" y="2578465"/>
            <a:ext cx="6012000" cy="180719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modify the pattern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825BCB-66C1-F6BC-225E-57742CAA18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3600" y="4553999"/>
            <a:ext cx="6012000" cy="8064639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Segundo nivel</a:t>
            </a:r>
          </a:p>
          <a:p>
            <a:pPr lvl="2"/>
            <a:r>
              <a:rPr lang="en-US" noProof="0"/>
              <a:t>Tercer nivel</a:t>
            </a:r>
          </a:p>
          <a:p>
            <a:pPr lvl="3"/>
            <a:r>
              <a:rPr lang="en-US" noProof="0"/>
              <a:t>Cuarto nivel</a:t>
            </a:r>
          </a:p>
          <a:p>
            <a:pPr lvl="4"/>
            <a:r>
              <a:rPr lang="en-US" noProof="0"/>
              <a:t>Quinto nivel</a:t>
            </a:r>
          </a:p>
        </p:txBody>
      </p:sp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202F9168-C4D4-6509-D780-1F928016B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64A03AB-44DE-431A-A53C-2496566F76F4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6" name="Forma libre 35">
              <a:extLst>
                <a:ext uri="{FF2B5EF4-FFF2-40B4-BE49-F238E27FC236}">
                  <a16:creationId xmlns:a16="http://schemas.microsoft.com/office/drawing/2014/main" id="{950B5D07-950F-B2F2-6771-664FF7030115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6">
              <a:extLst>
                <a:ext uri="{FF2B5EF4-FFF2-40B4-BE49-F238E27FC236}">
                  <a16:creationId xmlns:a16="http://schemas.microsoft.com/office/drawing/2014/main" id="{6C59266E-ED6B-256F-4A11-A754C9CB3212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7">
              <a:extLst>
                <a:ext uri="{FF2B5EF4-FFF2-40B4-BE49-F238E27FC236}">
                  <a16:creationId xmlns:a16="http://schemas.microsoft.com/office/drawing/2014/main" id="{00C36B2C-1FB0-453A-0956-564D5526E7AD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38">
              <a:extLst>
                <a:ext uri="{FF2B5EF4-FFF2-40B4-BE49-F238E27FC236}">
                  <a16:creationId xmlns:a16="http://schemas.microsoft.com/office/drawing/2014/main" id="{7A4E7CFB-3DAA-673D-8C07-5E787A8EC6B1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9">
              <a:extLst>
                <a:ext uri="{FF2B5EF4-FFF2-40B4-BE49-F238E27FC236}">
                  <a16:creationId xmlns:a16="http://schemas.microsoft.com/office/drawing/2014/main" id="{A400369F-CDB9-AB0B-EE22-AB18E65DC1F1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0">
              <a:extLst>
                <a:ext uri="{FF2B5EF4-FFF2-40B4-BE49-F238E27FC236}">
                  <a16:creationId xmlns:a16="http://schemas.microsoft.com/office/drawing/2014/main" id="{64AE9D45-ED78-3BD3-26D6-8CA3E15F0A6C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1">
              <a:extLst>
                <a:ext uri="{FF2B5EF4-FFF2-40B4-BE49-F238E27FC236}">
                  <a16:creationId xmlns:a16="http://schemas.microsoft.com/office/drawing/2014/main" id="{C3A372B2-6A98-29AD-9E95-D588842D7845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2">
              <a:extLst>
                <a:ext uri="{FF2B5EF4-FFF2-40B4-BE49-F238E27FC236}">
                  <a16:creationId xmlns:a16="http://schemas.microsoft.com/office/drawing/2014/main" id="{C59C4C1A-B886-C6EF-B94A-9B1A2DD4F81D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3">
              <a:extLst>
                <a:ext uri="{FF2B5EF4-FFF2-40B4-BE49-F238E27FC236}">
                  <a16:creationId xmlns:a16="http://schemas.microsoft.com/office/drawing/2014/main" id="{334DCFA0-3A13-7288-4367-27C39B09D1DF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4">
              <a:extLst>
                <a:ext uri="{FF2B5EF4-FFF2-40B4-BE49-F238E27FC236}">
                  <a16:creationId xmlns:a16="http://schemas.microsoft.com/office/drawing/2014/main" id="{043A80E0-EA3F-2CDA-0D31-BA5B5800AF6A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5">
              <a:extLst>
                <a:ext uri="{FF2B5EF4-FFF2-40B4-BE49-F238E27FC236}">
                  <a16:creationId xmlns:a16="http://schemas.microsoft.com/office/drawing/2014/main" id="{95F5BE61-2D06-973F-3EF8-F1632382334C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6">
              <a:extLst>
                <a:ext uri="{FF2B5EF4-FFF2-40B4-BE49-F238E27FC236}">
                  <a16:creationId xmlns:a16="http://schemas.microsoft.com/office/drawing/2014/main" id="{EB52BEF4-EB78-6272-8F8F-D061C2A1320A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7">
              <a:extLst>
                <a:ext uri="{FF2B5EF4-FFF2-40B4-BE49-F238E27FC236}">
                  <a16:creationId xmlns:a16="http://schemas.microsoft.com/office/drawing/2014/main" id="{4FED3797-B38D-A407-936B-C38869A93ACF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8">
              <a:extLst>
                <a:ext uri="{FF2B5EF4-FFF2-40B4-BE49-F238E27FC236}">
                  <a16:creationId xmlns:a16="http://schemas.microsoft.com/office/drawing/2014/main" id="{7DD7EF08-5017-52A5-037A-DF4E3EAB532E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790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Sa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AB9D3A7-45E7-65C3-4237-390FAEA67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599" y="2610852"/>
            <a:ext cx="12577547" cy="3935051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12000"/>
              </a:lnSpc>
              <a:defRPr sz="12000" spc="-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453A69-FB58-E822-B6FF-73813E24CC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4388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1316494-3069-C9BE-8215-03D500EC15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4388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3D5A69-44A7-754F-7006-C8C46A970C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34514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1243D1-2A67-219D-094E-113BC3EAA48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34514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D0FE98-362F-4F88-A7C2-F89800D0AB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4640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8B15F64-0594-639C-8BD3-4D00FA4D7D7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40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AAE9775-70D8-CCE8-4C68-2A0D493EDE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74767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FF942FA-098D-3643-6D5A-D9A9748252E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674767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15D3E05-601F-1507-6F0A-D8DD68851D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294894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rgbClr val="000000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2F4DDE4-E53E-7E65-2C0F-F3B3AD176B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294894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BE67B4-5C11-2F84-018D-0C6E49BC96B1}"/>
              </a:ext>
            </a:extLst>
          </p:cNvPr>
          <p:cNvSpPr txBox="1"/>
          <p:nvPr userDrawn="1"/>
        </p:nvSpPr>
        <p:spPr>
          <a:xfrm>
            <a:off x="1122218" y="1300941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2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86ADDF-0140-2D9D-6E0A-BDBAB46CDEAA}"/>
              </a:ext>
            </a:extLst>
          </p:cNvPr>
          <p:cNvSpPr txBox="1"/>
          <p:nvPr userDrawn="1"/>
        </p:nvSpPr>
        <p:spPr>
          <a:xfrm>
            <a:off x="1411357" y="129407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2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30" name="Marcador de número de diapositiva 2">
            <a:extLst>
              <a:ext uri="{FF2B5EF4-FFF2-40B4-BE49-F238E27FC236}">
                <a16:creationId xmlns:a16="http://schemas.microsoft.com/office/drawing/2014/main" id="{08F6D8E1-1BAD-6F38-6A11-18A2B611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65CD238E-419B-B8CA-70DC-226127302C4A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77" name="Forma libre 35">
              <a:extLst>
                <a:ext uri="{FF2B5EF4-FFF2-40B4-BE49-F238E27FC236}">
                  <a16:creationId xmlns:a16="http://schemas.microsoft.com/office/drawing/2014/main" id="{90D4AEE5-D1C7-AD06-A9EE-20C09E184446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36">
              <a:extLst>
                <a:ext uri="{FF2B5EF4-FFF2-40B4-BE49-F238E27FC236}">
                  <a16:creationId xmlns:a16="http://schemas.microsoft.com/office/drawing/2014/main" id="{A5AA4301-3401-01E6-FFED-EA7FBAF4BF72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37">
              <a:extLst>
                <a:ext uri="{FF2B5EF4-FFF2-40B4-BE49-F238E27FC236}">
                  <a16:creationId xmlns:a16="http://schemas.microsoft.com/office/drawing/2014/main" id="{5D0A29BF-A826-562C-23FD-6DFB87EB3AC2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38">
              <a:extLst>
                <a:ext uri="{FF2B5EF4-FFF2-40B4-BE49-F238E27FC236}">
                  <a16:creationId xmlns:a16="http://schemas.microsoft.com/office/drawing/2014/main" id="{C84DAB8B-1CAA-9C8B-0628-1C180660168A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39">
              <a:extLst>
                <a:ext uri="{FF2B5EF4-FFF2-40B4-BE49-F238E27FC236}">
                  <a16:creationId xmlns:a16="http://schemas.microsoft.com/office/drawing/2014/main" id="{92BA98EE-437F-2F2A-54B4-F4F7E3A836B4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0">
              <a:extLst>
                <a:ext uri="{FF2B5EF4-FFF2-40B4-BE49-F238E27FC236}">
                  <a16:creationId xmlns:a16="http://schemas.microsoft.com/office/drawing/2014/main" id="{DF4871DF-78CE-0662-5D43-535AA10CCF3B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1">
              <a:extLst>
                <a:ext uri="{FF2B5EF4-FFF2-40B4-BE49-F238E27FC236}">
                  <a16:creationId xmlns:a16="http://schemas.microsoft.com/office/drawing/2014/main" id="{1F5A6827-204C-2645-F78E-28382B537E65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4" name="Forma libre 42">
              <a:extLst>
                <a:ext uri="{FF2B5EF4-FFF2-40B4-BE49-F238E27FC236}">
                  <a16:creationId xmlns:a16="http://schemas.microsoft.com/office/drawing/2014/main" id="{B91AA343-7DF2-69B8-F58E-E89A938CFA95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5" name="Forma libre 43">
              <a:extLst>
                <a:ext uri="{FF2B5EF4-FFF2-40B4-BE49-F238E27FC236}">
                  <a16:creationId xmlns:a16="http://schemas.microsoft.com/office/drawing/2014/main" id="{0FEC6E41-4070-0F4C-AA71-BAD9BA29A1F3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6" name="Forma libre 44">
              <a:extLst>
                <a:ext uri="{FF2B5EF4-FFF2-40B4-BE49-F238E27FC236}">
                  <a16:creationId xmlns:a16="http://schemas.microsoft.com/office/drawing/2014/main" id="{BF5DAA4C-14B4-5D16-B2E0-8D9DA50A9403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7" name="Forma libre 45">
              <a:extLst>
                <a:ext uri="{FF2B5EF4-FFF2-40B4-BE49-F238E27FC236}">
                  <a16:creationId xmlns:a16="http://schemas.microsoft.com/office/drawing/2014/main" id="{5B483F1B-63E5-C01D-BE67-39E1CB91B5F8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8" name="Forma libre 46">
              <a:extLst>
                <a:ext uri="{FF2B5EF4-FFF2-40B4-BE49-F238E27FC236}">
                  <a16:creationId xmlns:a16="http://schemas.microsoft.com/office/drawing/2014/main" id="{8BF39168-1B00-9C0F-5D8B-6F320ADEEFB4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9" name="Forma libre 47">
              <a:extLst>
                <a:ext uri="{FF2B5EF4-FFF2-40B4-BE49-F238E27FC236}">
                  <a16:creationId xmlns:a16="http://schemas.microsoft.com/office/drawing/2014/main" id="{B8FD2393-B654-1401-BD6B-FCBB68F7D027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90" name="Forma libre 48">
              <a:extLst>
                <a:ext uri="{FF2B5EF4-FFF2-40B4-BE49-F238E27FC236}">
                  <a16:creationId xmlns:a16="http://schemas.microsoft.com/office/drawing/2014/main" id="{818D6A83-35E4-F216-2353-C70145F499C5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634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214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ic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41108A7-22C2-2125-A431-639A6BAF9B8F}"/>
              </a:ext>
            </a:extLst>
          </p:cNvPr>
          <p:cNvSpPr txBox="1"/>
          <p:nvPr userDrawn="1"/>
        </p:nvSpPr>
        <p:spPr>
          <a:xfrm>
            <a:off x="1113183" y="129407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2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88DDA645-DFE3-0120-5D65-E9A55900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599" y="809626"/>
            <a:ext cx="12577547" cy="2847974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0"/>
              </a:lnSpc>
              <a:defRPr sz="12000" spc="-3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137C613-CCF4-D76E-F7B3-A2C8E2E138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3599" y="5908098"/>
            <a:ext cx="8428537" cy="540650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ACD1420-EBD9-1702-3AB2-A3326C4B9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3599" y="5366680"/>
            <a:ext cx="8428537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35EDF17-0112-C583-D96B-E0F83C0A4BF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13599" y="7321262"/>
            <a:ext cx="8428537" cy="540650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6496F35-2A01-B8C6-2401-D1C2311A296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3599" y="6779844"/>
            <a:ext cx="8428537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B7A9172-25FA-8ED7-4122-82128FF9F9C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3599" y="8713644"/>
            <a:ext cx="8428537" cy="540650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B2DBFBD-C9C2-BB45-1154-B108913D4E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3599" y="8172226"/>
            <a:ext cx="8428537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3C615B4-05A8-26FF-316B-F5278BEEE11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3599" y="10126807"/>
            <a:ext cx="8428537" cy="540650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B3CD0E1-CD61-6D43-454C-F1285658DB5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13599" y="9585389"/>
            <a:ext cx="8428537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4EF709D-C55D-2C29-7AD4-B8A3BEAD693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13599" y="11560752"/>
            <a:ext cx="8428537" cy="540650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n-GB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3219821-6EB3-2A39-F306-B32C19BF98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13599" y="11019334"/>
            <a:ext cx="8428537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A26C2624-3F20-D05B-26D2-1C139DB4BE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13599" y="4605770"/>
            <a:ext cx="8428537" cy="540650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accent3"/>
              </a:buClr>
              <a:defRPr sz="16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3FD019B-297F-4D40-326D-18FF81B1667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13599" y="4064352"/>
            <a:ext cx="8428537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Marcador de número de diapositiva 2">
            <a:extLst>
              <a:ext uri="{FF2B5EF4-FFF2-40B4-BE49-F238E27FC236}">
                <a16:creationId xmlns:a16="http://schemas.microsoft.com/office/drawing/2014/main" id="{C85817D1-0339-F160-887C-E1FFAC67A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DFEB87B2-50D6-2C2D-F2B9-E1666A8CB8E0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77" name="Forma libre 35">
              <a:extLst>
                <a:ext uri="{FF2B5EF4-FFF2-40B4-BE49-F238E27FC236}">
                  <a16:creationId xmlns:a16="http://schemas.microsoft.com/office/drawing/2014/main" id="{D6A6432B-0B06-A7DA-6133-1C6BD7005EDE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36">
              <a:extLst>
                <a:ext uri="{FF2B5EF4-FFF2-40B4-BE49-F238E27FC236}">
                  <a16:creationId xmlns:a16="http://schemas.microsoft.com/office/drawing/2014/main" id="{49B104B0-BEEE-5392-E27C-892051362F14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37">
              <a:extLst>
                <a:ext uri="{FF2B5EF4-FFF2-40B4-BE49-F238E27FC236}">
                  <a16:creationId xmlns:a16="http://schemas.microsoft.com/office/drawing/2014/main" id="{C4181D8C-48D9-1830-3FF4-4F70C38B8307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38">
              <a:extLst>
                <a:ext uri="{FF2B5EF4-FFF2-40B4-BE49-F238E27FC236}">
                  <a16:creationId xmlns:a16="http://schemas.microsoft.com/office/drawing/2014/main" id="{69B23115-0E2E-EBCA-6D51-762563ABD4E9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39">
              <a:extLst>
                <a:ext uri="{FF2B5EF4-FFF2-40B4-BE49-F238E27FC236}">
                  <a16:creationId xmlns:a16="http://schemas.microsoft.com/office/drawing/2014/main" id="{E043ECF3-1C6C-589B-8632-F80770FFF2F6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0">
              <a:extLst>
                <a:ext uri="{FF2B5EF4-FFF2-40B4-BE49-F238E27FC236}">
                  <a16:creationId xmlns:a16="http://schemas.microsoft.com/office/drawing/2014/main" id="{CCABC10A-B360-308C-CAE6-D2B91E5416FC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1">
              <a:extLst>
                <a:ext uri="{FF2B5EF4-FFF2-40B4-BE49-F238E27FC236}">
                  <a16:creationId xmlns:a16="http://schemas.microsoft.com/office/drawing/2014/main" id="{A4EA7EF6-F5B3-CAAA-2382-C19B54537C47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4" name="Forma libre 42">
              <a:extLst>
                <a:ext uri="{FF2B5EF4-FFF2-40B4-BE49-F238E27FC236}">
                  <a16:creationId xmlns:a16="http://schemas.microsoft.com/office/drawing/2014/main" id="{CBA53700-CC07-49F0-2043-B3C6F2382EFF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5" name="Forma libre 43">
              <a:extLst>
                <a:ext uri="{FF2B5EF4-FFF2-40B4-BE49-F238E27FC236}">
                  <a16:creationId xmlns:a16="http://schemas.microsoft.com/office/drawing/2014/main" id="{2A601C59-DA3C-ED67-0D05-76D12B897F70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6" name="Forma libre 44">
              <a:extLst>
                <a:ext uri="{FF2B5EF4-FFF2-40B4-BE49-F238E27FC236}">
                  <a16:creationId xmlns:a16="http://schemas.microsoft.com/office/drawing/2014/main" id="{AFB17472-3C0A-C146-40A1-8B439B483BE6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7" name="Forma libre 45">
              <a:extLst>
                <a:ext uri="{FF2B5EF4-FFF2-40B4-BE49-F238E27FC236}">
                  <a16:creationId xmlns:a16="http://schemas.microsoft.com/office/drawing/2014/main" id="{7B355244-FB9F-809F-F350-7C7B81043DFC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8" name="Forma libre 46">
              <a:extLst>
                <a:ext uri="{FF2B5EF4-FFF2-40B4-BE49-F238E27FC236}">
                  <a16:creationId xmlns:a16="http://schemas.microsoft.com/office/drawing/2014/main" id="{F3EE5ABE-A9B8-4CEE-6C08-F8ABC22EEC53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9" name="Forma libre 47">
              <a:extLst>
                <a:ext uri="{FF2B5EF4-FFF2-40B4-BE49-F238E27FC236}">
                  <a16:creationId xmlns:a16="http://schemas.microsoft.com/office/drawing/2014/main" id="{2C18D9B4-0757-BD0F-EDAC-FE0B408305B1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90" name="Forma libre 48">
              <a:extLst>
                <a:ext uri="{FF2B5EF4-FFF2-40B4-BE49-F238E27FC236}">
                  <a16:creationId xmlns:a16="http://schemas.microsoft.com/office/drawing/2014/main" id="{A19383A2-8F43-75E6-3CEA-F2CFBED4DF5B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7776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214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ex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AB9D3A7-45E7-65C3-4237-390FAEA67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599" y="2610852"/>
            <a:ext cx="12577547" cy="3935051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12000"/>
              </a:lnSpc>
              <a:defRPr sz="12000" spc="-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453A69-FB58-E822-B6FF-73813E24CC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3599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1316494-3069-C9BE-8215-03D500EC15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4388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43D5A69-44A7-754F-7006-C8C46A970C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33725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1243D1-2A67-219D-094E-113BC3EAA48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34514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D0FE98-362F-4F88-A7C2-F89800D0AB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3851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8B15F64-0594-639C-8BD3-4D00FA4D7D7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40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AAE9775-70D8-CCE8-4C68-2A0D493EDE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74767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FF942FA-098D-3643-6D5A-D9A9748252E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674767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15D3E05-601F-1507-6F0A-D8DD68851D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294894" y="7362825"/>
            <a:ext cx="3808412" cy="5256213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buClr>
                <a:schemeClr val="bg1"/>
              </a:buClr>
              <a:defRPr sz="1600" b="0" i="0">
                <a:solidFill>
                  <a:schemeClr val="bg1"/>
                </a:solidFill>
                <a:latin typeface="+mn-lt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2F4DDE4-E53E-7E65-2C0F-F3B3AD176B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294894" y="6821407"/>
            <a:ext cx="3808412" cy="540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6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  <a:lvl2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2pPr>
            <a:lvl3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3pPr>
            <a:lvl4pPr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4pPr>
            <a:lvl5pPr>
              <a:lnSpc>
                <a:spcPct val="100000"/>
              </a:lnSpc>
              <a:defRPr sz="26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5pPr>
          </a:lstStyle>
          <a:p>
            <a:pPr lvl="0"/>
            <a:r>
              <a:rPr lang="en-US"/>
              <a:t>Click to modify the pattern title style</a:t>
            </a:r>
          </a:p>
        </p:txBody>
      </p:sp>
      <p:sp>
        <p:nvSpPr>
          <p:cNvPr id="28" name="Marcador de número de diapositiva 2">
            <a:extLst>
              <a:ext uri="{FF2B5EF4-FFF2-40B4-BE49-F238E27FC236}">
                <a16:creationId xmlns:a16="http://schemas.microsoft.com/office/drawing/2014/main" id="{77EDA467-D0EA-D654-8B35-F134700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AC0A5221-4248-A890-CD08-32DB51C8A059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74" name="Forma libre 35">
              <a:extLst>
                <a:ext uri="{FF2B5EF4-FFF2-40B4-BE49-F238E27FC236}">
                  <a16:creationId xmlns:a16="http://schemas.microsoft.com/office/drawing/2014/main" id="{67FCF47F-EB9D-169A-88C6-D62F9D3101BA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36">
              <a:extLst>
                <a:ext uri="{FF2B5EF4-FFF2-40B4-BE49-F238E27FC236}">
                  <a16:creationId xmlns:a16="http://schemas.microsoft.com/office/drawing/2014/main" id="{341BBF37-972F-4F61-DE44-BE047ECFD4C2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37">
              <a:extLst>
                <a:ext uri="{FF2B5EF4-FFF2-40B4-BE49-F238E27FC236}">
                  <a16:creationId xmlns:a16="http://schemas.microsoft.com/office/drawing/2014/main" id="{7A27A5CC-455A-8C83-41CB-A9D965ED6684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38">
              <a:extLst>
                <a:ext uri="{FF2B5EF4-FFF2-40B4-BE49-F238E27FC236}">
                  <a16:creationId xmlns:a16="http://schemas.microsoft.com/office/drawing/2014/main" id="{3FD88F19-D0B2-9EA0-B99D-17A08BC965A7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39">
              <a:extLst>
                <a:ext uri="{FF2B5EF4-FFF2-40B4-BE49-F238E27FC236}">
                  <a16:creationId xmlns:a16="http://schemas.microsoft.com/office/drawing/2014/main" id="{714B0DAE-2239-4AB4-EC09-07D8AAADF985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0">
              <a:extLst>
                <a:ext uri="{FF2B5EF4-FFF2-40B4-BE49-F238E27FC236}">
                  <a16:creationId xmlns:a16="http://schemas.microsoft.com/office/drawing/2014/main" id="{C14145E4-21B3-D8B0-87AB-43B876741E99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1">
              <a:extLst>
                <a:ext uri="{FF2B5EF4-FFF2-40B4-BE49-F238E27FC236}">
                  <a16:creationId xmlns:a16="http://schemas.microsoft.com/office/drawing/2014/main" id="{FC8DD497-062F-ED7F-9167-2CB6695296B5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2">
              <a:extLst>
                <a:ext uri="{FF2B5EF4-FFF2-40B4-BE49-F238E27FC236}">
                  <a16:creationId xmlns:a16="http://schemas.microsoft.com/office/drawing/2014/main" id="{8A0EEF2E-7B44-A9FD-B849-BC9ABFE38AF6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3">
              <a:extLst>
                <a:ext uri="{FF2B5EF4-FFF2-40B4-BE49-F238E27FC236}">
                  <a16:creationId xmlns:a16="http://schemas.microsoft.com/office/drawing/2014/main" id="{3861F211-4D10-6699-2115-1A0C4448B6BD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4">
              <a:extLst>
                <a:ext uri="{FF2B5EF4-FFF2-40B4-BE49-F238E27FC236}">
                  <a16:creationId xmlns:a16="http://schemas.microsoft.com/office/drawing/2014/main" id="{84F895E4-FE46-84B6-4707-D02C30D6FD90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4" name="Forma libre 45">
              <a:extLst>
                <a:ext uri="{FF2B5EF4-FFF2-40B4-BE49-F238E27FC236}">
                  <a16:creationId xmlns:a16="http://schemas.microsoft.com/office/drawing/2014/main" id="{886840FC-0664-2123-306A-82A7ABBA2817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5" name="Forma libre 46">
              <a:extLst>
                <a:ext uri="{FF2B5EF4-FFF2-40B4-BE49-F238E27FC236}">
                  <a16:creationId xmlns:a16="http://schemas.microsoft.com/office/drawing/2014/main" id="{05EFA535-5573-9CC0-ADD0-F55D16BEBC10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6" name="Forma libre 47">
              <a:extLst>
                <a:ext uri="{FF2B5EF4-FFF2-40B4-BE49-F238E27FC236}">
                  <a16:creationId xmlns:a16="http://schemas.microsoft.com/office/drawing/2014/main" id="{1A1A8CE0-DF34-E2DA-1D4E-9BBDAA0FBE48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7" name="Forma libre 48">
              <a:extLst>
                <a:ext uri="{FF2B5EF4-FFF2-40B4-BE49-F238E27FC236}">
                  <a16:creationId xmlns:a16="http://schemas.microsoft.com/office/drawing/2014/main" id="{CCF92FA4-D62F-896F-9EA3-3742DB79BFD9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1550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14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3CB03-640E-6669-471F-12AD2AE6ED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CEEF4A-7598-08FC-4508-B7EB08BD0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39024" y="3079102"/>
            <a:ext cx="16129001" cy="9539537"/>
          </a:xfrm>
          <a:prstGeom prst="roundRect">
            <a:avLst>
              <a:gd name="adj" fmla="val 1974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C9179BF4-1D27-9C70-FF1F-C39F60EB13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FA439-4FD6-9C9B-4AB0-7E5C4522B6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08B70BBD-CD0C-498C-59FA-80A5BB22F99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809625"/>
            <a:ext cx="19893664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C1A67E53-AB4F-EDEC-BBFB-93142F9CA6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3" name="Marcador de número de diapositiva 2">
            <a:extLst>
              <a:ext uri="{FF2B5EF4-FFF2-40B4-BE49-F238E27FC236}">
                <a16:creationId xmlns:a16="http://schemas.microsoft.com/office/drawing/2014/main" id="{BBB0FEA3-A194-17EC-DF0F-9052FE9B3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BC7E3558-A495-1D52-A849-A24E31624F04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9" name="Forma libre 35">
              <a:extLst>
                <a:ext uri="{FF2B5EF4-FFF2-40B4-BE49-F238E27FC236}">
                  <a16:creationId xmlns:a16="http://schemas.microsoft.com/office/drawing/2014/main" id="{AE26ACE2-FF0C-0C3C-8BC3-D838EEE091D9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6">
              <a:extLst>
                <a:ext uri="{FF2B5EF4-FFF2-40B4-BE49-F238E27FC236}">
                  <a16:creationId xmlns:a16="http://schemas.microsoft.com/office/drawing/2014/main" id="{1EBA8286-9794-2340-35B2-850ECF62931B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7">
              <a:extLst>
                <a:ext uri="{FF2B5EF4-FFF2-40B4-BE49-F238E27FC236}">
                  <a16:creationId xmlns:a16="http://schemas.microsoft.com/office/drawing/2014/main" id="{F3AD5F75-D8C8-B6FC-E21D-A00A9A943B5F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8">
              <a:extLst>
                <a:ext uri="{FF2B5EF4-FFF2-40B4-BE49-F238E27FC236}">
                  <a16:creationId xmlns:a16="http://schemas.microsoft.com/office/drawing/2014/main" id="{8CA4A891-372B-DB2F-59EF-339BD5F5578E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9">
              <a:extLst>
                <a:ext uri="{FF2B5EF4-FFF2-40B4-BE49-F238E27FC236}">
                  <a16:creationId xmlns:a16="http://schemas.microsoft.com/office/drawing/2014/main" id="{1E606516-D130-26B3-D341-449AB558D03F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0">
              <a:extLst>
                <a:ext uri="{FF2B5EF4-FFF2-40B4-BE49-F238E27FC236}">
                  <a16:creationId xmlns:a16="http://schemas.microsoft.com/office/drawing/2014/main" id="{3D3543C0-F9B6-48EB-5072-486FC971214A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1">
              <a:extLst>
                <a:ext uri="{FF2B5EF4-FFF2-40B4-BE49-F238E27FC236}">
                  <a16:creationId xmlns:a16="http://schemas.microsoft.com/office/drawing/2014/main" id="{6CDCCD57-3165-8146-2703-637CE16626EC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2">
              <a:extLst>
                <a:ext uri="{FF2B5EF4-FFF2-40B4-BE49-F238E27FC236}">
                  <a16:creationId xmlns:a16="http://schemas.microsoft.com/office/drawing/2014/main" id="{31F05C87-1E28-A6DC-F4BA-924ADD06CAE6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3">
              <a:extLst>
                <a:ext uri="{FF2B5EF4-FFF2-40B4-BE49-F238E27FC236}">
                  <a16:creationId xmlns:a16="http://schemas.microsoft.com/office/drawing/2014/main" id="{D6B2986E-DF38-AEC8-7231-D41FBF078B33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4">
              <a:extLst>
                <a:ext uri="{FF2B5EF4-FFF2-40B4-BE49-F238E27FC236}">
                  <a16:creationId xmlns:a16="http://schemas.microsoft.com/office/drawing/2014/main" id="{D940AF4B-A3B3-98B8-682F-AB9695C30211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5">
              <a:extLst>
                <a:ext uri="{FF2B5EF4-FFF2-40B4-BE49-F238E27FC236}">
                  <a16:creationId xmlns:a16="http://schemas.microsoft.com/office/drawing/2014/main" id="{0588784F-B14B-0FEE-D50B-A08C1DF429A8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6">
              <a:extLst>
                <a:ext uri="{FF2B5EF4-FFF2-40B4-BE49-F238E27FC236}">
                  <a16:creationId xmlns:a16="http://schemas.microsoft.com/office/drawing/2014/main" id="{2CD016CB-7A08-9D8B-F1BD-8505C1C634D2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7">
              <a:extLst>
                <a:ext uri="{FF2B5EF4-FFF2-40B4-BE49-F238E27FC236}">
                  <a16:creationId xmlns:a16="http://schemas.microsoft.com/office/drawing/2014/main" id="{567E1B75-15DA-FFDD-E17A-23DC4F82CA0A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8">
              <a:extLst>
                <a:ext uri="{FF2B5EF4-FFF2-40B4-BE49-F238E27FC236}">
                  <a16:creationId xmlns:a16="http://schemas.microsoft.com/office/drawing/2014/main" id="{5B9DE21F-BD96-BBE8-7B7F-F0AA831B3B64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0300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D563839-9123-1C75-45DF-FCDAC4437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42999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57CD20-2DFB-E97A-D6EB-0C55EBFC1FF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CEEF4A-7598-08FC-4508-B7EB08BD0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486905" y="3079102"/>
            <a:ext cx="10081120" cy="9539537"/>
          </a:xfrm>
          <a:prstGeom prst="roundRect">
            <a:avLst>
              <a:gd name="adj" fmla="val 1974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C9179BF4-1D27-9C70-FF1F-C39F60EB13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5EEC67-6366-DE65-60BD-2028120F37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95508929-D4BB-35F5-29F6-AD8BBB196A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4387" y="809625"/>
            <a:ext cx="19983731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7D00E36B-94B6-4931-A874-0AAA697974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4" name="Marcador de número de diapositiva 2">
            <a:extLst>
              <a:ext uri="{FF2B5EF4-FFF2-40B4-BE49-F238E27FC236}">
                <a16:creationId xmlns:a16="http://schemas.microsoft.com/office/drawing/2014/main" id="{3D4F69F6-EF09-55C0-5394-FEA515CEA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A730D6C2-D405-4303-5CE7-E58EC706A7DB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70" name="Forma libre 35">
              <a:extLst>
                <a:ext uri="{FF2B5EF4-FFF2-40B4-BE49-F238E27FC236}">
                  <a16:creationId xmlns:a16="http://schemas.microsoft.com/office/drawing/2014/main" id="{73BB05F6-8450-2DF2-EEF4-EC258EC8F61B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6">
              <a:extLst>
                <a:ext uri="{FF2B5EF4-FFF2-40B4-BE49-F238E27FC236}">
                  <a16:creationId xmlns:a16="http://schemas.microsoft.com/office/drawing/2014/main" id="{BF570AD3-51E4-D93A-E5C0-1C51EDAD370F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7">
              <a:extLst>
                <a:ext uri="{FF2B5EF4-FFF2-40B4-BE49-F238E27FC236}">
                  <a16:creationId xmlns:a16="http://schemas.microsoft.com/office/drawing/2014/main" id="{C5412237-076A-002A-7764-46E810B000D7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8">
              <a:extLst>
                <a:ext uri="{FF2B5EF4-FFF2-40B4-BE49-F238E27FC236}">
                  <a16:creationId xmlns:a16="http://schemas.microsoft.com/office/drawing/2014/main" id="{53FD6178-554C-2E29-8806-60DA3D41800E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39">
              <a:extLst>
                <a:ext uri="{FF2B5EF4-FFF2-40B4-BE49-F238E27FC236}">
                  <a16:creationId xmlns:a16="http://schemas.microsoft.com/office/drawing/2014/main" id="{22FD3087-65C9-95EF-52B8-57232925EA28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0">
              <a:extLst>
                <a:ext uri="{FF2B5EF4-FFF2-40B4-BE49-F238E27FC236}">
                  <a16:creationId xmlns:a16="http://schemas.microsoft.com/office/drawing/2014/main" id="{C34D0CD2-A603-AE49-0134-52CDC6CC9F8C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1">
              <a:extLst>
                <a:ext uri="{FF2B5EF4-FFF2-40B4-BE49-F238E27FC236}">
                  <a16:creationId xmlns:a16="http://schemas.microsoft.com/office/drawing/2014/main" id="{F3DA1EDA-5B5E-FE80-53E2-4F1D63C60858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2">
              <a:extLst>
                <a:ext uri="{FF2B5EF4-FFF2-40B4-BE49-F238E27FC236}">
                  <a16:creationId xmlns:a16="http://schemas.microsoft.com/office/drawing/2014/main" id="{D7C94C54-9AE7-B638-4587-F71850D8CF2C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3">
              <a:extLst>
                <a:ext uri="{FF2B5EF4-FFF2-40B4-BE49-F238E27FC236}">
                  <a16:creationId xmlns:a16="http://schemas.microsoft.com/office/drawing/2014/main" id="{97647249-0A2C-A3B0-3490-9211211E8BB4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4">
              <a:extLst>
                <a:ext uri="{FF2B5EF4-FFF2-40B4-BE49-F238E27FC236}">
                  <a16:creationId xmlns:a16="http://schemas.microsoft.com/office/drawing/2014/main" id="{2BA8D3B1-F03A-031B-78F3-2FA44B479111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5">
              <a:extLst>
                <a:ext uri="{FF2B5EF4-FFF2-40B4-BE49-F238E27FC236}">
                  <a16:creationId xmlns:a16="http://schemas.microsoft.com/office/drawing/2014/main" id="{AB59DAA0-2CFA-C153-7EEB-5AE0E7092A6B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6">
              <a:extLst>
                <a:ext uri="{FF2B5EF4-FFF2-40B4-BE49-F238E27FC236}">
                  <a16:creationId xmlns:a16="http://schemas.microsoft.com/office/drawing/2014/main" id="{BE529AA8-E962-729C-B60E-5A7A8935D33F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7">
              <a:extLst>
                <a:ext uri="{FF2B5EF4-FFF2-40B4-BE49-F238E27FC236}">
                  <a16:creationId xmlns:a16="http://schemas.microsoft.com/office/drawing/2014/main" id="{E0190B08-6A54-C9A5-1D6F-D3EBFC5C99A1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8">
              <a:extLst>
                <a:ext uri="{FF2B5EF4-FFF2-40B4-BE49-F238E27FC236}">
                  <a16:creationId xmlns:a16="http://schemas.microsoft.com/office/drawing/2014/main" id="{88F6B3E2-D553-3DC7-E275-2B45B004DB4A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893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6885D740-8E48-6E22-8EBB-ED813D791D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809625"/>
            <a:ext cx="20077472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3922707-D2E6-43FF-71CB-D66B639489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4738BAD-1BC5-C898-ED0C-0D9781C546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j-lt"/>
              </a:defRPr>
            </a:lvl1pPr>
            <a:lvl2pPr>
              <a:defRPr>
                <a:solidFill>
                  <a:srgbClr val="000000"/>
                </a:solidFill>
                <a:latin typeface="+mj-lt"/>
              </a:defRPr>
            </a:lvl2pPr>
            <a:lvl3pPr>
              <a:defRPr>
                <a:solidFill>
                  <a:srgbClr val="000000"/>
                </a:solidFill>
                <a:latin typeface="+mj-lt"/>
              </a:defRPr>
            </a:lvl3pPr>
            <a:lvl4pPr>
              <a:defRPr>
                <a:solidFill>
                  <a:srgbClr val="000000"/>
                </a:solidFill>
                <a:latin typeface="+mj-lt"/>
              </a:defRPr>
            </a:lvl4pPr>
            <a:lvl5pPr>
              <a:defRPr>
                <a:solidFill>
                  <a:srgbClr val="000000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C242108C-C5FF-6F3A-34BD-E02F60149F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A1F8A37-23E9-8661-8ABB-16E9BD28A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22" name="Marcador de número de diapositiva 2">
            <a:extLst>
              <a:ext uri="{FF2B5EF4-FFF2-40B4-BE49-F238E27FC236}">
                <a16:creationId xmlns:a16="http://schemas.microsoft.com/office/drawing/2014/main" id="{1FB2D008-44F9-141E-B9CF-2CBCA002F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6A14D85B-AFDD-B647-F3BE-2DFF7B422E0F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8" name="Forma libre 35">
              <a:extLst>
                <a:ext uri="{FF2B5EF4-FFF2-40B4-BE49-F238E27FC236}">
                  <a16:creationId xmlns:a16="http://schemas.microsoft.com/office/drawing/2014/main" id="{6AF9A3BA-D73A-6F20-8DB2-E6EF886A29AA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36">
              <a:extLst>
                <a:ext uri="{FF2B5EF4-FFF2-40B4-BE49-F238E27FC236}">
                  <a16:creationId xmlns:a16="http://schemas.microsoft.com/office/drawing/2014/main" id="{E94A85B4-442C-9028-5065-CB0C38A9611A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7">
              <a:extLst>
                <a:ext uri="{FF2B5EF4-FFF2-40B4-BE49-F238E27FC236}">
                  <a16:creationId xmlns:a16="http://schemas.microsoft.com/office/drawing/2014/main" id="{32B3156A-182D-6E27-099A-6F02DAD74BF8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8">
              <a:extLst>
                <a:ext uri="{FF2B5EF4-FFF2-40B4-BE49-F238E27FC236}">
                  <a16:creationId xmlns:a16="http://schemas.microsoft.com/office/drawing/2014/main" id="{EFD1D00B-98AE-763A-57AB-C9084F96D796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9">
              <a:extLst>
                <a:ext uri="{FF2B5EF4-FFF2-40B4-BE49-F238E27FC236}">
                  <a16:creationId xmlns:a16="http://schemas.microsoft.com/office/drawing/2014/main" id="{16397F56-00A1-D006-FBA1-84C4560227A4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0">
              <a:extLst>
                <a:ext uri="{FF2B5EF4-FFF2-40B4-BE49-F238E27FC236}">
                  <a16:creationId xmlns:a16="http://schemas.microsoft.com/office/drawing/2014/main" id="{6433F544-53F4-9AC0-02A5-512B83F72D93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1">
              <a:extLst>
                <a:ext uri="{FF2B5EF4-FFF2-40B4-BE49-F238E27FC236}">
                  <a16:creationId xmlns:a16="http://schemas.microsoft.com/office/drawing/2014/main" id="{CDCA7AE9-345B-D0DB-906F-1274E5D5A1AE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2">
              <a:extLst>
                <a:ext uri="{FF2B5EF4-FFF2-40B4-BE49-F238E27FC236}">
                  <a16:creationId xmlns:a16="http://schemas.microsoft.com/office/drawing/2014/main" id="{0007C1D8-86CC-D2FC-9D10-99ED47A4CEF9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3">
              <a:extLst>
                <a:ext uri="{FF2B5EF4-FFF2-40B4-BE49-F238E27FC236}">
                  <a16:creationId xmlns:a16="http://schemas.microsoft.com/office/drawing/2014/main" id="{A412563C-BAB3-14C8-AD58-F3931AAC9479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4">
              <a:extLst>
                <a:ext uri="{FF2B5EF4-FFF2-40B4-BE49-F238E27FC236}">
                  <a16:creationId xmlns:a16="http://schemas.microsoft.com/office/drawing/2014/main" id="{FD177220-E244-7F3D-4C98-7267FE53F279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5">
              <a:extLst>
                <a:ext uri="{FF2B5EF4-FFF2-40B4-BE49-F238E27FC236}">
                  <a16:creationId xmlns:a16="http://schemas.microsoft.com/office/drawing/2014/main" id="{69B3AA1C-8D02-4BCD-1423-A8FD565C663C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6">
              <a:extLst>
                <a:ext uri="{FF2B5EF4-FFF2-40B4-BE49-F238E27FC236}">
                  <a16:creationId xmlns:a16="http://schemas.microsoft.com/office/drawing/2014/main" id="{AC9CC469-8390-89A0-D1D5-68CAC563680B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7">
              <a:extLst>
                <a:ext uri="{FF2B5EF4-FFF2-40B4-BE49-F238E27FC236}">
                  <a16:creationId xmlns:a16="http://schemas.microsoft.com/office/drawing/2014/main" id="{5638ACBD-6C3B-9290-0533-95975EFE93E4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8">
              <a:extLst>
                <a:ext uri="{FF2B5EF4-FFF2-40B4-BE49-F238E27FC236}">
                  <a16:creationId xmlns:a16="http://schemas.microsoft.com/office/drawing/2014/main" id="{14983281-A5C5-A462-D65A-C90FB95D35C7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3347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610D5A-6FFF-B07E-63B4-58580BC6C1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46A3E7D-17FB-CF24-C138-6AC1D0AF66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39251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C9179BF4-1D27-9C70-FF1F-C39F60EB13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CA3C87-4F10-237D-3A2D-F08776905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BF54048E-ECDD-812D-E766-2A8C783B0E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4387" y="809625"/>
            <a:ext cx="19768578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70A0807F-A922-0621-3179-B5C6D2BC91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3" name="Marcador de número de diapositiva 2">
            <a:extLst>
              <a:ext uri="{FF2B5EF4-FFF2-40B4-BE49-F238E27FC236}">
                <a16:creationId xmlns:a16="http://schemas.microsoft.com/office/drawing/2014/main" id="{9BA3367A-A30D-88A8-A4A2-21C16D543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BA8F66AC-109B-0134-B3BD-B823B5F91F18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9" name="Forma libre 35">
              <a:extLst>
                <a:ext uri="{FF2B5EF4-FFF2-40B4-BE49-F238E27FC236}">
                  <a16:creationId xmlns:a16="http://schemas.microsoft.com/office/drawing/2014/main" id="{D874E761-FEAB-F27B-0865-96791519C103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6">
              <a:extLst>
                <a:ext uri="{FF2B5EF4-FFF2-40B4-BE49-F238E27FC236}">
                  <a16:creationId xmlns:a16="http://schemas.microsoft.com/office/drawing/2014/main" id="{9BECC05A-DF1A-3C21-76DF-A64282F85AA0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7">
              <a:extLst>
                <a:ext uri="{FF2B5EF4-FFF2-40B4-BE49-F238E27FC236}">
                  <a16:creationId xmlns:a16="http://schemas.microsoft.com/office/drawing/2014/main" id="{94168674-FEA0-1DC4-7095-96751FA378B0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8">
              <a:extLst>
                <a:ext uri="{FF2B5EF4-FFF2-40B4-BE49-F238E27FC236}">
                  <a16:creationId xmlns:a16="http://schemas.microsoft.com/office/drawing/2014/main" id="{E86A5D8F-426C-20D2-F580-23257953EAEB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9">
              <a:extLst>
                <a:ext uri="{FF2B5EF4-FFF2-40B4-BE49-F238E27FC236}">
                  <a16:creationId xmlns:a16="http://schemas.microsoft.com/office/drawing/2014/main" id="{CEF17229-1000-5D6B-675E-B0B5D972D947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0">
              <a:extLst>
                <a:ext uri="{FF2B5EF4-FFF2-40B4-BE49-F238E27FC236}">
                  <a16:creationId xmlns:a16="http://schemas.microsoft.com/office/drawing/2014/main" id="{0FE07E2B-FFC9-A8F9-FDB7-83E5931D2C07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1">
              <a:extLst>
                <a:ext uri="{FF2B5EF4-FFF2-40B4-BE49-F238E27FC236}">
                  <a16:creationId xmlns:a16="http://schemas.microsoft.com/office/drawing/2014/main" id="{C31E55DC-A502-49C3-E25C-44986BD5F577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2">
              <a:extLst>
                <a:ext uri="{FF2B5EF4-FFF2-40B4-BE49-F238E27FC236}">
                  <a16:creationId xmlns:a16="http://schemas.microsoft.com/office/drawing/2014/main" id="{BB5C6405-2837-BB9E-5B31-4EB000AD6FA6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3">
              <a:extLst>
                <a:ext uri="{FF2B5EF4-FFF2-40B4-BE49-F238E27FC236}">
                  <a16:creationId xmlns:a16="http://schemas.microsoft.com/office/drawing/2014/main" id="{2F3752AF-ECD8-C8DE-6AE2-FFB319604D29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4">
              <a:extLst>
                <a:ext uri="{FF2B5EF4-FFF2-40B4-BE49-F238E27FC236}">
                  <a16:creationId xmlns:a16="http://schemas.microsoft.com/office/drawing/2014/main" id="{3BD3920B-0AA2-3C45-1F47-7425DC6C7AF7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5">
              <a:extLst>
                <a:ext uri="{FF2B5EF4-FFF2-40B4-BE49-F238E27FC236}">
                  <a16:creationId xmlns:a16="http://schemas.microsoft.com/office/drawing/2014/main" id="{5B532A94-73F8-4FB8-7FB3-8E8445B2707C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6">
              <a:extLst>
                <a:ext uri="{FF2B5EF4-FFF2-40B4-BE49-F238E27FC236}">
                  <a16:creationId xmlns:a16="http://schemas.microsoft.com/office/drawing/2014/main" id="{1AD57953-542D-22D2-A759-6DC468642CA6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7">
              <a:extLst>
                <a:ext uri="{FF2B5EF4-FFF2-40B4-BE49-F238E27FC236}">
                  <a16:creationId xmlns:a16="http://schemas.microsoft.com/office/drawing/2014/main" id="{8A153C08-A717-0E47-AA75-1948C1518CAF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8">
              <a:extLst>
                <a:ext uri="{FF2B5EF4-FFF2-40B4-BE49-F238E27FC236}">
                  <a16:creationId xmlns:a16="http://schemas.microsoft.com/office/drawing/2014/main" id="{3BB46477-443C-C258-6A99-911621692BC8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866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610D5A-6FFF-B07E-63B4-58580BC6C1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46A3E7D-17FB-CF24-C138-6AC1D0AF66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39251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C9179BF4-1D27-9C70-FF1F-C39F60EB13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CA3C87-4F10-237D-3A2D-F08776905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7B48E4A-8A54-AD82-6511-D13D3FEBBB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664114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0A617D2B-E56A-5589-B1B5-46E187F886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387" y="809625"/>
            <a:ext cx="19822366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F2CE5BDA-52FB-C157-F3BA-DCB5832026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4" name="Marcador de número de diapositiva 2">
            <a:extLst>
              <a:ext uri="{FF2B5EF4-FFF2-40B4-BE49-F238E27FC236}">
                <a16:creationId xmlns:a16="http://schemas.microsoft.com/office/drawing/2014/main" id="{F434151F-7186-CFFE-DFAB-5025E6135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B765D3BA-6BA7-7726-1666-A21816CD7C5F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70" name="Forma libre 35">
              <a:extLst>
                <a:ext uri="{FF2B5EF4-FFF2-40B4-BE49-F238E27FC236}">
                  <a16:creationId xmlns:a16="http://schemas.microsoft.com/office/drawing/2014/main" id="{19654155-0A2D-EDDF-0A84-02725D5EC36E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6">
              <a:extLst>
                <a:ext uri="{FF2B5EF4-FFF2-40B4-BE49-F238E27FC236}">
                  <a16:creationId xmlns:a16="http://schemas.microsoft.com/office/drawing/2014/main" id="{79018AD9-2252-E29E-46EE-3CD9A8EA2787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7">
              <a:extLst>
                <a:ext uri="{FF2B5EF4-FFF2-40B4-BE49-F238E27FC236}">
                  <a16:creationId xmlns:a16="http://schemas.microsoft.com/office/drawing/2014/main" id="{B8A1CF43-1828-E280-4CB0-BF263ACC8B82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8">
              <a:extLst>
                <a:ext uri="{FF2B5EF4-FFF2-40B4-BE49-F238E27FC236}">
                  <a16:creationId xmlns:a16="http://schemas.microsoft.com/office/drawing/2014/main" id="{D57EC54A-07A7-6461-40D3-97B9C8D27576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39">
              <a:extLst>
                <a:ext uri="{FF2B5EF4-FFF2-40B4-BE49-F238E27FC236}">
                  <a16:creationId xmlns:a16="http://schemas.microsoft.com/office/drawing/2014/main" id="{1D404B29-E46E-3F98-A2CC-A8D979649833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0">
              <a:extLst>
                <a:ext uri="{FF2B5EF4-FFF2-40B4-BE49-F238E27FC236}">
                  <a16:creationId xmlns:a16="http://schemas.microsoft.com/office/drawing/2014/main" id="{F8B5349C-8C5F-31B2-459B-9EA66326B2A7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1">
              <a:extLst>
                <a:ext uri="{FF2B5EF4-FFF2-40B4-BE49-F238E27FC236}">
                  <a16:creationId xmlns:a16="http://schemas.microsoft.com/office/drawing/2014/main" id="{7970145F-3B7B-02AD-11D2-D11134E5DE1D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2">
              <a:extLst>
                <a:ext uri="{FF2B5EF4-FFF2-40B4-BE49-F238E27FC236}">
                  <a16:creationId xmlns:a16="http://schemas.microsoft.com/office/drawing/2014/main" id="{0BE5E0F4-2638-9AC1-42D4-8A3AB0AE283B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3">
              <a:extLst>
                <a:ext uri="{FF2B5EF4-FFF2-40B4-BE49-F238E27FC236}">
                  <a16:creationId xmlns:a16="http://schemas.microsoft.com/office/drawing/2014/main" id="{3B11A29D-E763-56F1-D297-028E5594C970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4">
              <a:extLst>
                <a:ext uri="{FF2B5EF4-FFF2-40B4-BE49-F238E27FC236}">
                  <a16:creationId xmlns:a16="http://schemas.microsoft.com/office/drawing/2014/main" id="{B8BC7004-C6A6-18B0-2BE3-CF010152CD8A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5">
              <a:extLst>
                <a:ext uri="{FF2B5EF4-FFF2-40B4-BE49-F238E27FC236}">
                  <a16:creationId xmlns:a16="http://schemas.microsoft.com/office/drawing/2014/main" id="{D5C3683D-6BAE-CAFA-43E1-7AFA82075419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6">
              <a:extLst>
                <a:ext uri="{FF2B5EF4-FFF2-40B4-BE49-F238E27FC236}">
                  <a16:creationId xmlns:a16="http://schemas.microsoft.com/office/drawing/2014/main" id="{B649C71E-019D-CA79-950F-6C32608DD52F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7">
              <a:extLst>
                <a:ext uri="{FF2B5EF4-FFF2-40B4-BE49-F238E27FC236}">
                  <a16:creationId xmlns:a16="http://schemas.microsoft.com/office/drawing/2014/main" id="{72BB7F50-5583-605E-3AFC-C8C19DEE5869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8">
              <a:extLst>
                <a:ext uri="{FF2B5EF4-FFF2-40B4-BE49-F238E27FC236}">
                  <a16:creationId xmlns:a16="http://schemas.microsoft.com/office/drawing/2014/main" id="{5199A035-AEA4-68C8-2B5E-0658FFD981F4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8359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69847-35B6-B0B5-56CB-CA233A7239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4388" y="5554800"/>
            <a:ext cx="6011862" cy="70564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1" name="Rounded Rectangle 19">
            <a:extLst>
              <a:ext uri="{FF2B5EF4-FFF2-40B4-BE49-F238E27FC236}">
                <a16:creationId xmlns:a16="http://schemas.microsoft.com/office/drawing/2014/main" id="{550245DF-D392-8A50-1B81-8080793F046E}"/>
              </a:ext>
            </a:extLst>
          </p:cNvPr>
          <p:cNvSpPr/>
          <p:nvPr userDrawn="1"/>
        </p:nvSpPr>
        <p:spPr>
          <a:xfrm>
            <a:off x="7143255" y="5561856"/>
            <a:ext cx="5806467" cy="2154882"/>
          </a:xfrm>
          <a:prstGeom prst="roundRect">
            <a:avLst>
              <a:gd name="adj" fmla="val 187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erPangea Text Light" panose="020B0404000000000000" pitchFamily="34" charset="0"/>
              <a:ea typeface="+mn-ea"/>
              <a:cs typeface="+mn-cs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CEEF4A-7598-08FC-4508-B7EB08BD0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486905" y="3079102"/>
            <a:ext cx="10081120" cy="9539537"/>
          </a:xfrm>
          <a:prstGeom prst="roundRect">
            <a:avLst>
              <a:gd name="adj" fmla="val 1974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C9179BF4-1D27-9C70-FF1F-C39F60EB13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46456586-42A8-B27E-6BC1-67EB153A67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9025" y="5763872"/>
            <a:ext cx="5256237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9121CE62-B6B1-3679-80C7-A805C18369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39025" y="6291807"/>
            <a:ext cx="5256237" cy="128613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26" name="Rounded Rectangle 19">
            <a:extLst>
              <a:ext uri="{FF2B5EF4-FFF2-40B4-BE49-F238E27FC236}">
                <a16:creationId xmlns:a16="http://schemas.microsoft.com/office/drawing/2014/main" id="{DFCF5CDA-08D9-E712-0323-64F6129B5571}"/>
              </a:ext>
            </a:extLst>
          </p:cNvPr>
          <p:cNvSpPr/>
          <p:nvPr userDrawn="1"/>
        </p:nvSpPr>
        <p:spPr>
          <a:xfrm>
            <a:off x="7143255" y="8000256"/>
            <a:ext cx="5806467" cy="2154882"/>
          </a:xfrm>
          <a:prstGeom prst="roundRect">
            <a:avLst>
              <a:gd name="adj" fmla="val 187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erPangea Text Light" panose="020B0404000000000000" pitchFamily="34" charset="0"/>
              <a:ea typeface="+mn-ea"/>
              <a:cs typeface="+mn-cs"/>
            </a:endParaRP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D2E01EB2-E2AE-E389-5581-1C80778696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025" y="8202272"/>
            <a:ext cx="5256237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8B7A17DC-4298-674C-F651-BB8B94C9A8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025" y="8730207"/>
            <a:ext cx="5256237" cy="128613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Lorem ipsum dolor sit amet, consectetur adipiscing elit.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9EB8C76A-F90C-ECC6-B023-DB9686248FF3}"/>
              </a:ext>
            </a:extLst>
          </p:cNvPr>
          <p:cNvSpPr/>
          <p:nvPr userDrawn="1"/>
        </p:nvSpPr>
        <p:spPr>
          <a:xfrm>
            <a:off x="7143255" y="10466365"/>
            <a:ext cx="5806467" cy="2154882"/>
          </a:xfrm>
          <a:prstGeom prst="roundRect">
            <a:avLst>
              <a:gd name="adj" fmla="val 1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erPangea Text Light" panose="020B0404000000000000" pitchFamily="34" charset="0"/>
              <a:ea typeface="+mn-ea"/>
              <a:cs typeface="+mn-cs"/>
            </a:endParaRP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2F3FD46C-9991-8287-7DFB-B7D239610F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9025" y="10668381"/>
            <a:ext cx="5256237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9CD1E48-76FC-FE23-184B-97B2379370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39025" y="11196316"/>
            <a:ext cx="5256237" cy="128613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Lorem ipsum dolor sit amet, consectetur adipiscing elit.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00F6B-AA5E-2A59-997F-81C17AF88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0470711C-3246-99C2-7AD2-59356A4A46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4387" y="809625"/>
            <a:ext cx="19661001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47901D8-88B6-26B7-8F2B-5644CF3088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32" name="Marcador de número de diapositiva 2">
            <a:extLst>
              <a:ext uri="{FF2B5EF4-FFF2-40B4-BE49-F238E27FC236}">
                <a16:creationId xmlns:a16="http://schemas.microsoft.com/office/drawing/2014/main" id="{939EE99C-F801-69A2-87D1-4571AC383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77" name="Grupo 76">
            <a:extLst>
              <a:ext uri="{FF2B5EF4-FFF2-40B4-BE49-F238E27FC236}">
                <a16:creationId xmlns:a16="http://schemas.microsoft.com/office/drawing/2014/main" id="{8A1BF1E7-095B-4A80-2334-02788A8D0789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78" name="Forma libre 35">
              <a:extLst>
                <a:ext uri="{FF2B5EF4-FFF2-40B4-BE49-F238E27FC236}">
                  <a16:creationId xmlns:a16="http://schemas.microsoft.com/office/drawing/2014/main" id="{DA2B39C8-B4D9-06CD-41A4-F99A2C79C635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36">
              <a:extLst>
                <a:ext uri="{FF2B5EF4-FFF2-40B4-BE49-F238E27FC236}">
                  <a16:creationId xmlns:a16="http://schemas.microsoft.com/office/drawing/2014/main" id="{DCAA5F27-5B47-EE3C-2530-6CD745886FB8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37">
              <a:extLst>
                <a:ext uri="{FF2B5EF4-FFF2-40B4-BE49-F238E27FC236}">
                  <a16:creationId xmlns:a16="http://schemas.microsoft.com/office/drawing/2014/main" id="{13A5C15F-157A-8E3F-2CFA-395DF54E24B0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38">
              <a:extLst>
                <a:ext uri="{FF2B5EF4-FFF2-40B4-BE49-F238E27FC236}">
                  <a16:creationId xmlns:a16="http://schemas.microsoft.com/office/drawing/2014/main" id="{18E2CA8B-BAA4-83B5-BEF8-6E227BD88A5F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39">
              <a:extLst>
                <a:ext uri="{FF2B5EF4-FFF2-40B4-BE49-F238E27FC236}">
                  <a16:creationId xmlns:a16="http://schemas.microsoft.com/office/drawing/2014/main" id="{F7DEE1E2-313C-7C64-F146-15452BA21CBF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0">
              <a:extLst>
                <a:ext uri="{FF2B5EF4-FFF2-40B4-BE49-F238E27FC236}">
                  <a16:creationId xmlns:a16="http://schemas.microsoft.com/office/drawing/2014/main" id="{BAE09218-6345-AEC8-3BF3-FF7650D0A603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4" name="Forma libre 41">
              <a:extLst>
                <a:ext uri="{FF2B5EF4-FFF2-40B4-BE49-F238E27FC236}">
                  <a16:creationId xmlns:a16="http://schemas.microsoft.com/office/drawing/2014/main" id="{BD8445E9-1D68-A294-7695-9D740BA43C1B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5" name="Forma libre 42">
              <a:extLst>
                <a:ext uri="{FF2B5EF4-FFF2-40B4-BE49-F238E27FC236}">
                  <a16:creationId xmlns:a16="http://schemas.microsoft.com/office/drawing/2014/main" id="{F799BA4A-B9FF-72F7-ADD2-49B3CD15244E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6" name="Forma libre 43">
              <a:extLst>
                <a:ext uri="{FF2B5EF4-FFF2-40B4-BE49-F238E27FC236}">
                  <a16:creationId xmlns:a16="http://schemas.microsoft.com/office/drawing/2014/main" id="{65C1577A-8634-8E5A-B8B4-972AA6FEEECE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7" name="Forma libre 44">
              <a:extLst>
                <a:ext uri="{FF2B5EF4-FFF2-40B4-BE49-F238E27FC236}">
                  <a16:creationId xmlns:a16="http://schemas.microsoft.com/office/drawing/2014/main" id="{6D832483-7E5A-51EC-F820-B6C22F4F9E32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8" name="Forma libre 45">
              <a:extLst>
                <a:ext uri="{FF2B5EF4-FFF2-40B4-BE49-F238E27FC236}">
                  <a16:creationId xmlns:a16="http://schemas.microsoft.com/office/drawing/2014/main" id="{A76435BB-DD64-B9B3-73EF-B09E4C66C4FA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9" name="Forma libre 46">
              <a:extLst>
                <a:ext uri="{FF2B5EF4-FFF2-40B4-BE49-F238E27FC236}">
                  <a16:creationId xmlns:a16="http://schemas.microsoft.com/office/drawing/2014/main" id="{2B76403E-CDA2-8694-ED9A-4761B2F94FE2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90" name="Forma libre 47">
              <a:extLst>
                <a:ext uri="{FF2B5EF4-FFF2-40B4-BE49-F238E27FC236}">
                  <a16:creationId xmlns:a16="http://schemas.microsoft.com/office/drawing/2014/main" id="{7AF6A93F-2154-A91E-BB5B-C14030C05F5B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91" name="Forma libre 48">
              <a:extLst>
                <a:ext uri="{FF2B5EF4-FFF2-40B4-BE49-F238E27FC236}">
                  <a16:creationId xmlns:a16="http://schemas.microsoft.com/office/drawing/2014/main" id="{CEDBC37E-A532-8F08-2CB2-E2AA44672D66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494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8A96CE-E6B4-D75E-3C9D-5C64517D07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3600" y="5554801"/>
            <a:ext cx="6012000" cy="7064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8D9A0EE4-C245-BB53-F4CA-B5D9B46991C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39025" y="3079500"/>
            <a:ext cx="7925095" cy="9539139"/>
          </a:xfrm>
          <a:prstGeom prst="roundRect">
            <a:avLst>
              <a:gd name="adj" fmla="val 3101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CFAAB595-F970-A887-F523-47F2AEBD732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5642931" y="3079500"/>
            <a:ext cx="7925095" cy="9539139"/>
          </a:xfrm>
          <a:prstGeom prst="roundRect">
            <a:avLst>
              <a:gd name="adj" fmla="val 3101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EE4A2C40-DBB0-106A-4999-D2022A27F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388" y="3079500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B206E-02BD-67AB-6D75-FB14375BB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6DB1D3D2-9784-8093-8C25-88C88CEF2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809625"/>
            <a:ext cx="19589284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2B79F135-6099-F93A-DFAB-6ADF606632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4" name="Marcador de número de diapositiva 2">
            <a:extLst>
              <a:ext uri="{FF2B5EF4-FFF2-40B4-BE49-F238E27FC236}">
                <a16:creationId xmlns:a16="http://schemas.microsoft.com/office/drawing/2014/main" id="{BE4F6F55-39E5-A907-7E79-6356BA692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65D8D128-0E53-4E09-81A8-16802A98091D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70" name="Forma libre 35">
              <a:extLst>
                <a:ext uri="{FF2B5EF4-FFF2-40B4-BE49-F238E27FC236}">
                  <a16:creationId xmlns:a16="http://schemas.microsoft.com/office/drawing/2014/main" id="{593A44D8-1582-62AA-54D8-E213049E7470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6">
              <a:extLst>
                <a:ext uri="{FF2B5EF4-FFF2-40B4-BE49-F238E27FC236}">
                  <a16:creationId xmlns:a16="http://schemas.microsoft.com/office/drawing/2014/main" id="{19125FDC-550B-354E-6785-BCC5086B1FCB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7">
              <a:extLst>
                <a:ext uri="{FF2B5EF4-FFF2-40B4-BE49-F238E27FC236}">
                  <a16:creationId xmlns:a16="http://schemas.microsoft.com/office/drawing/2014/main" id="{0BB1BB8F-5642-7218-BB2A-4BC371DC005E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8">
              <a:extLst>
                <a:ext uri="{FF2B5EF4-FFF2-40B4-BE49-F238E27FC236}">
                  <a16:creationId xmlns:a16="http://schemas.microsoft.com/office/drawing/2014/main" id="{2DA9B2C5-69C4-CC85-4B1A-679B9CC9E33E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39">
              <a:extLst>
                <a:ext uri="{FF2B5EF4-FFF2-40B4-BE49-F238E27FC236}">
                  <a16:creationId xmlns:a16="http://schemas.microsoft.com/office/drawing/2014/main" id="{568AF2FB-C7B1-30F7-A7F6-7CD4B58C375E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0">
              <a:extLst>
                <a:ext uri="{FF2B5EF4-FFF2-40B4-BE49-F238E27FC236}">
                  <a16:creationId xmlns:a16="http://schemas.microsoft.com/office/drawing/2014/main" id="{9B4713D5-EFEB-1071-93B3-D76ECD75C949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1">
              <a:extLst>
                <a:ext uri="{FF2B5EF4-FFF2-40B4-BE49-F238E27FC236}">
                  <a16:creationId xmlns:a16="http://schemas.microsoft.com/office/drawing/2014/main" id="{3C0CE0C3-84C4-E57F-44E2-F78755CC54DD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2">
              <a:extLst>
                <a:ext uri="{FF2B5EF4-FFF2-40B4-BE49-F238E27FC236}">
                  <a16:creationId xmlns:a16="http://schemas.microsoft.com/office/drawing/2014/main" id="{154689EA-C5CB-163B-93AF-47463CD51E16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3">
              <a:extLst>
                <a:ext uri="{FF2B5EF4-FFF2-40B4-BE49-F238E27FC236}">
                  <a16:creationId xmlns:a16="http://schemas.microsoft.com/office/drawing/2014/main" id="{FDD955CD-5AC8-3E2F-B805-0F5A36A564F8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4">
              <a:extLst>
                <a:ext uri="{FF2B5EF4-FFF2-40B4-BE49-F238E27FC236}">
                  <a16:creationId xmlns:a16="http://schemas.microsoft.com/office/drawing/2014/main" id="{3A101B6A-5A91-F6F6-626F-A5FB48B2CE2B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5">
              <a:extLst>
                <a:ext uri="{FF2B5EF4-FFF2-40B4-BE49-F238E27FC236}">
                  <a16:creationId xmlns:a16="http://schemas.microsoft.com/office/drawing/2014/main" id="{49A3FA37-AB2A-0A73-E613-14D19F93E8F0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6">
              <a:extLst>
                <a:ext uri="{FF2B5EF4-FFF2-40B4-BE49-F238E27FC236}">
                  <a16:creationId xmlns:a16="http://schemas.microsoft.com/office/drawing/2014/main" id="{EF447F0D-3E05-8245-15BA-95B58C074187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7">
              <a:extLst>
                <a:ext uri="{FF2B5EF4-FFF2-40B4-BE49-F238E27FC236}">
                  <a16:creationId xmlns:a16="http://schemas.microsoft.com/office/drawing/2014/main" id="{E52F8FEF-3104-167F-B065-82FD422D6367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8">
              <a:extLst>
                <a:ext uri="{FF2B5EF4-FFF2-40B4-BE49-F238E27FC236}">
                  <a16:creationId xmlns:a16="http://schemas.microsoft.com/office/drawing/2014/main" id="{DBA4B17F-C94F-3F91-6C39-F06DCC557B91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964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18E587-2001-73A9-C370-D5C4B6E293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21A17DB5-87D2-74F2-EE62-C143301F6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F5E7FD6D-5233-70FB-67F7-11758FEEFB0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39024" y="3079102"/>
            <a:ext cx="7925095" cy="9539537"/>
          </a:xfrm>
          <a:prstGeom prst="roundRect">
            <a:avLst>
              <a:gd name="adj" fmla="val 3101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7895F1B7-0757-2DD9-AF26-00E92400CF5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5637426" y="7967771"/>
            <a:ext cx="7927846" cy="4630953"/>
          </a:xfrm>
          <a:prstGeom prst="roundRect">
            <a:avLst>
              <a:gd name="adj" fmla="val 3534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DA293CB8-6052-10D9-5F00-BE05997B1F1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5637426" y="3079101"/>
            <a:ext cx="7927846" cy="4630953"/>
          </a:xfrm>
          <a:prstGeom prst="roundRect">
            <a:avLst>
              <a:gd name="adj" fmla="val 3534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051C92-D136-AD4A-7180-139E768F9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064FDCA5-6B90-3584-754A-309AB87379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387" y="809625"/>
            <a:ext cx="19786507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2A2ECBBC-E68F-0BB7-53A2-A93251F7B1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5" name="Marcador de número de diapositiva 2">
            <a:extLst>
              <a:ext uri="{FF2B5EF4-FFF2-40B4-BE49-F238E27FC236}">
                <a16:creationId xmlns:a16="http://schemas.microsoft.com/office/drawing/2014/main" id="{406369B4-CEC5-882F-2629-B0828F181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686FCDF0-9C94-FF3C-06AD-F60FC24776B7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110" name="Forma libre 35">
              <a:extLst>
                <a:ext uri="{FF2B5EF4-FFF2-40B4-BE49-F238E27FC236}">
                  <a16:creationId xmlns:a16="http://schemas.microsoft.com/office/drawing/2014/main" id="{4DE35497-C3C6-F7EC-C56C-C6376897E126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1" name="Forma libre 36">
              <a:extLst>
                <a:ext uri="{FF2B5EF4-FFF2-40B4-BE49-F238E27FC236}">
                  <a16:creationId xmlns:a16="http://schemas.microsoft.com/office/drawing/2014/main" id="{320BEC32-2977-E95B-D7D9-D73017043F43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2" name="Forma libre 37">
              <a:extLst>
                <a:ext uri="{FF2B5EF4-FFF2-40B4-BE49-F238E27FC236}">
                  <a16:creationId xmlns:a16="http://schemas.microsoft.com/office/drawing/2014/main" id="{4ABCA1F1-4ADC-9AB6-51DA-BFA76B0F315A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3" name="Forma libre 38">
              <a:extLst>
                <a:ext uri="{FF2B5EF4-FFF2-40B4-BE49-F238E27FC236}">
                  <a16:creationId xmlns:a16="http://schemas.microsoft.com/office/drawing/2014/main" id="{D63DDD6C-2834-197A-E1DD-4144B31ABEED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4" name="Forma libre 39">
              <a:extLst>
                <a:ext uri="{FF2B5EF4-FFF2-40B4-BE49-F238E27FC236}">
                  <a16:creationId xmlns:a16="http://schemas.microsoft.com/office/drawing/2014/main" id="{E551B05E-6446-42CF-DD3B-CEFDA204B831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5" name="Forma libre 40">
              <a:extLst>
                <a:ext uri="{FF2B5EF4-FFF2-40B4-BE49-F238E27FC236}">
                  <a16:creationId xmlns:a16="http://schemas.microsoft.com/office/drawing/2014/main" id="{A9D4E286-EF93-97A9-3AE9-D887156DC736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6" name="Forma libre 41">
              <a:extLst>
                <a:ext uri="{FF2B5EF4-FFF2-40B4-BE49-F238E27FC236}">
                  <a16:creationId xmlns:a16="http://schemas.microsoft.com/office/drawing/2014/main" id="{69A2FB62-C5F1-1074-80C4-FD5CC189D17D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7" name="Forma libre 42">
              <a:extLst>
                <a:ext uri="{FF2B5EF4-FFF2-40B4-BE49-F238E27FC236}">
                  <a16:creationId xmlns:a16="http://schemas.microsoft.com/office/drawing/2014/main" id="{B407DAB3-3560-5F2B-C933-722343DFAC28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8" name="Forma libre 43">
              <a:extLst>
                <a:ext uri="{FF2B5EF4-FFF2-40B4-BE49-F238E27FC236}">
                  <a16:creationId xmlns:a16="http://schemas.microsoft.com/office/drawing/2014/main" id="{1E1EB6C3-CD5A-6EA0-2259-7E4EA6F46158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19" name="Forma libre 44">
              <a:extLst>
                <a:ext uri="{FF2B5EF4-FFF2-40B4-BE49-F238E27FC236}">
                  <a16:creationId xmlns:a16="http://schemas.microsoft.com/office/drawing/2014/main" id="{87310E33-3EB1-6F49-584E-BDC9DED0EF18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0" name="Forma libre 45">
              <a:extLst>
                <a:ext uri="{FF2B5EF4-FFF2-40B4-BE49-F238E27FC236}">
                  <a16:creationId xmlns:a16="http://schemas.microsoft.com/office/drawing/2014/main" id="{59F1477A-7B70-D9F1-17B7-563B71454FCB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1" name="Forma libre 46">
              <a:extLst>
                <a:ext uri="{FF2B5EF4-FFF2-40B4-BE49-F238E27FC236}">
                  <a16:creationId xmlns:a16="http://schemas.microsoft.com/office/drawing/2014/main" id="{A1EAC683-B6EA-F4CE-F6E1-49FAB2A52936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2" name="Forma libre 47">
              <a:extLst>
                <a:ext uri="{FF2B5EF4-FFF2-40B4-BE49-F238E27FC236}">
                  <a16:creationId xmlns:a16="http://schemas.microsoft.com/office/drawing/2014/main" id="{48AEAA86-E317-1540-7196-5A9B59731163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23" name="Forma libre 48">
              <a:extLst>
                <a:ext uri="{FF2B5EF4-FFF2-40B4-BE49-F238E27FC236}">
                  <a16:creationId xmlns:a16="http://schemas.microsoft.com/office/drawing/2014/main" id="{22468AD7-09E2-8F31-2026-C277F90476D5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09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2739327-19CD-8F92-36B5-4122A9572E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9F4E8347-14CE-281B-ACBE-685F7D7C74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6990426A-7D6E-8D66-1470-CA314F2A66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878" y="12871420"/>
            <a:ext cx="721014" cy="6833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DA5085-2983-F4F9-3FFB-B8046C0A6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D0458AE-3F1C-3C0A-2922-7CA0860EE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809625"/>
            <a:ext cx="19625142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EF673ED0-5200-9FC1-3051-D54C5A2B54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3" name="Marcador de número de diapositiva 2">
            <a:extLst>
              <a:ext uri="{FF2B5EF4-FFF2-40B4-BE49-F238E27FC236}">
                <a16:creationId xmlns:a16="http://schemas.microsoft.com/office/drawing/2014/main" id="{A74075E0-4729-4D42-91AE-F690492FF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05BF7D37-5F40-DF6E-021D-08366BD9C500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147" name="Forma libre 35">
              <a:extLst>
                <a:ext uri="{FF2B5EF4-FFF2-40B4-BE49-F238E27FC236}">
                  <a16:creationId xmlns:a16="http://schemas.microsoft.com/office/drawing/2014/main" id="{B66D5373-FFF0-D14B-3721-DDF51AC244A9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48" name="Forma libre 36">
              <a:extLst>
                <a:ext uri="{FF2B5EF4-FFF2-40B4-BE49-F238E27FC236}">
                  <a16:creationId xmlns:a16="http://schemas.microsoft.com/office/drawing/2014/main" id="{3834A835-6DA1-91E1-2FEA-B7ECD2EF8635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49" name="Forma libre 37">
              <a:extLst>
                <a:ext uri="{FF2B5EF4-FFF2-40B4-BE49-F238E27FC236}">
                  <a16:creationId xmlns:a16="http://schemas.microsoft.com/office/drawing/2014/main" id="{F996285B-95A9-F8DA-04BB-471306CB3236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0" name="Forma libre 38">
              <a:extLst>
                <a:ext uri="{FF2B5EF4-FFF2-40B4-BE49-F238E27FC236}">
                  <a16:creationId xmlns:a16="http://schemas.microsoft.com/office/drawing/2014/main" id="{597D813F-4097-68AC-9F7B-695FCD2806B2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1" name="Forma libre 39">
              <a:extLst>
                <a:ext uri="{FF2B5EF4-FFF2-40B4-BE49-F238E27FC236}">
                  <a16:creationId xmlns:a16="http://schemas.microsoft.com/office/drawing/2014/main" id="{BB6F8A7E-FBBD-40FB-6651-51338E8DC864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2" name="Forma libre 40">
              <a:extLst>
                <a:ext uri="{FF2B5EF4-FFF2-40B4-BE49-F238E27FC236}">
                  <a16:creationId xmlns:a16="http://schemas.microsoft.com/office/drawing/2014/main" id="{5715CDDD-7920-BA9D-E7E8-6253E99017D8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3" name="Forma libre 41">
              <a:extLst>
                <a:ext uri="{FF2B5EF4-FFF2-40B4-BE49-F238E27FC236}">
                  <a16:creationId xmlns:a16="http://schemas.microsoft.com/office/drawing/2014/main" id="{06D70C2C-F720-CC74-D169-7FC1F328A0AA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4" name="Forma libre 42">
              <a:extLst>
                <a:ext uri="{FF2B5EF4-FFF2-40B4-BE49-F238E27FC236}">
                  <a16:creationId xmlns:a16="http://schemas.microsoft.com/office/drawing/2014/main" id="{7EFD0334-18FE-28FE-8187-1EFF259D05D9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5" name="Forma libre 43">
              <a:extLst>
                <a:ext uri="{FF2B5EF4-FFF2-40B4-BE49-F238E27FC236}">
                  <a16:creationId xmlns:a16="http://schemas.microsoft.com/office/drawing/2014/main" id="{4DADAF88-D268-2FD6-0446-A62FCE0AE12E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6" name="Forma libre 44">
              <a:extLst>
                <a:ext uri="{FF2B5EF4-FFF2-40B4-BE49-F238E27FC236}">
                  <a16:creationId xmlns:a16="http://schemas.microsoft.com/office/drawing/2014/main" id="{4B0DF379-2CF7-B1BF-FF14-328053272CB3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7" name="Forma libre 45">
              <a:extLst>
                <a:ext uri="{FF2B5EF4-FFF2-40B4-BE49-F238E27FC236}">
                  <a16:creationId xmlns:a16="http://schemas.microsoft.com/office/drawing/2014/main" id="{27C3F54A-69E2-212B-089E-6512464A4A16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8" name="Forma libre 46">
              <a:extLst>
                <a:ext uri="{FF2B5EF4-FFF2-40B4-BE49-F238E27FC236}">
                  <a16:creationId xmlns:a16="http://schemas.microsoft.com/office/drawing/2014/main" id="{FAAB26D4-A773-99FB-7D31-FC868BAACFEE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59" name="Forma libre 47">
              <a:extLst>
                <a:ext uri="{FF2B5EF4-FFF2-40B4-BE49-F238E27FC236}">
                  <a16:creationId xmlns:a16="http://schemas.microsoft.com/office/drawing/2014/main" id="{51B3C96F-38B8-2010-AF2B-DDFB2FC0E85F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160" name="Forma libre 48">
              <a:extLst>
                <a:ext uri="{FF2B5EF4-FFF2-40B4-BE49-F238E27FC236}">
                  <a16:creationId xmlns:a16="http://schemas.microsoft.com/office/drawing/2014/main" id="{9CFF51A5-C396-B133-7B80-4C8125606A16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8747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upo 60">
            <a:extLst>
              <a:ext uri="{FF2B5EF4-FFF2-40B4-BE49-F238E27FC236}">
                <a16:creationId xmlns:a16="http://schemas.microsoft.com/office/drawing/2014/main" id="{621B3FD4-CCC8-23C0-E0DE-1EB0D492A5E6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2" name="Forma libre 35">
              <a:extLst>
                <a:ext uri="{FF2B5EF4-FFF2-40B4-BE49-F238E27FC236}">
                  <a16:creationId xmlns:a16="http://schemas.microsoft.com/office/drawing/2014/main" id="{27345658-B88A-8F1B-B717-CFE65F549DEC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3" name="Forma libre 36">
              <a:extLst>
                <a:ext uri="{FF2B5EF4-FFF2-40B4-BE49-F238E27FC236}">
                  <a16:creationId xmlns:a16="http://schemas.microsoft.com/office/drawing/2014/main" id="{DC11D151-7BF6-E26A-D6FC-CDA41B0DCCDF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4" name="Forma libre 37">
              <a:extLst>
                <a:ext uri="{FF2B5EF4-FFF2-40B4-BE49-F238E27FC236}">
                  <a16:creationId xmlns:a16="http://schemas.microsoft.com/office/drawing/2014/main" id="{1DA70AA7-3FFF-ED13-057C-BEC699FCD296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8">
              <a:extLst>
                <a:ext uri="{FF2B5EF4-FFF2-40B4-BE49-F238E27FC236}">
                  <a16:creationId xmlns:a16="http://schemas.microsoft.com/office/drawing/2014/main" id="{3FC31A69-C633-F0AA-95B9-151F6DF8DD49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9">
              <a:extLst>
                <a:ext uri="{FF2B5EF4-FFF2-40B4-BE49-F238E27FC236}">
                  <a16:creationId xmlns:a16="http://schemas.microsoft.com/office/drawing/2014/main" id="{7C48027D-0804-7A20-A959-43B8822E5FA5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40">
              <a:extLst>
                <a:ext uri="{FF2B5EF4-FFF2-40B4-BE49-F238E27FC236}">
                  <a16:creationId xmlns:a16="http://schemas.microsoft.com/office/drawing/2014/main" id="{706F7E2D-F7E6-5851-34E4-B5105CCFAF8E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41">
              <a:extLst>
                <a:ext uri="{FF2B5EF4-FFF2-40B4-BE49-F238E27FC236}">
                  <a16:creationId xmlns:a16="http://schemas.microsoft.com/office/drawing/2014/main" id="{93D7E9A7-018A-8AA5-B063-B1EA90609F8E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2">
              <a:extLst>
                <a:ext uri="{FF2B5EF4-FFF2-40B4-BE49-F238E27FC236}">
                  <a16:creationId xmlns:a16="http://schemas.microsoft.com/office/drawing/2014/main" id="{534D4467-A881-8520-E4A0-F69629FE1761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3">
              <a:extLst>
                <a:ext uri="{FF2B5EF4-FFF2-40B4-BE49-F238E27FC236}">
                  <a16:creationId xmlns:a16="http://schemas.microsoft.com/office/drawing/2014/main" id="{A5669CAF-AC70-E481-0383-775275E7D2C9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4">
              <a:extLst>
                <a:ext uri="{FF2B5EF4-FFF2-40B4-BE49-F238E27FC236}">
                  <a16:creationId xmlns:a16="http://schemas.microsoft.com/office/drawing/2014/main" id="{39FA0955-4A1E-D373-E4C1-26B6E40E8453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5">
              <a:extLst>
                <a:ext uri="{FF2B5EF4-FFF2-40B4-BE49-F238E27FC236}">
                  <a16:creationId xmlns:a16="http://schemas.microsoft.com/office/drawing/2014/main" id="{357F397D-B9BA-AF1F-9BDA-E55374E98E89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6">
              <a:extLst>
                <a:ext uri="{FF2B5EF4-FFF2-40B4-BE49-F238E27FC236}">
                  <a16:creationId xmlns:a16="http://schemas.microsoft.com/office/drawing/2014/main" id="{0F2F0458-A81D-9236-88BD-CC75EC81BE64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7">
              <a:extLst>
                <a:ext uri="{FF2B5EF4-FFF2-40B4-BE49-F238E27FC236}">
                  <a16:creationId xmlns:a16="http://schemas.microsoft.com/office/drawing/2014/main" id="{88E80FC4-3875-48D9-6C8E-AF991469AC1B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8">
              <a:extLst>
                <a:ext uri="{FF2B5EF4-FFF2-40B4-BE49-F238E27FC236}">
                  <a16:creationId xmlns:a16="http://schemas.microsoft.com/office/drawing/2014/main" id="{2D4803A4-CF87-B01D-FD68-659905A440C4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5566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2739327-19CD-8F92-36B5-4122A9572E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9F4E8347-14CE-281B-ACBE-685F7D7C74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6990426A-7D6E-8D66-1470-CA314F2A66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878" y="12871420"/>
            <a:ext cx="721014" cy="6833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DA5085-2983-F4F9-3FFB-B8046C0A6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D0458AE-3F1C-3C0A-2922-7CA0860EE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809625"/>
            <a:ext cx="19625142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EF673ED0-5200-9FC1-3051-D54C5A2B54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3" name="Marcador de número de diapositiva 2">
            <a:extLst>
              <a:ext uri="{FF2B5EF4-FFF2-40B4-BE49-F238E27FC236}">
                <a16:creationId xmlns:a16="http://schemas.microsoft.com/office/drawing/2014/main" id="{1E370551-590E-8EB6-82A6-81F8D7BD7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42F5A139-455B-9E86-F661-EA409B24EDB9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9" name="Forma libre 35">
              <a:extLst>
                <a:ext uri="{FF2B5EF4-FFF2-40B4-BE49-F238E27FC236}">
                  <a16:creationId xmlns:a16="http://schemas.microsoft.com/office/drawing/2014/main" id="{F029BA4E-D703-6923-D946-B3C7986C06BA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6">
              <a:extLst>
                <a:ext uri="{FF2B5EF4-FFF2-40B4-BE49-F238E27FC236}">
                  <a16:creationId xmlns:a16="http://schemas.microsoft.com/office/drawing/2014/main" id="{92981163-488C-18A2-F7B8-EFA5EB25AC09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7">
              <a:extLst>
                <a:ext uri="{FF2B5EF4-FFF2-40B4-BE49-F238E27FC236}">
                  <a16:creationId xmlns:a16="http://schemas.microsoft.com/office/drawing/2014/main" id="{ADA41D2A-540D-CDE3-FD10-8C3F9C88AFE6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8">
              <a:extLst>
                <a:ext uri="{FF2B5EF4-FFF2-40B4-BE49-F238E27FC236}">
                  <a16:creationId xmlns:a16="http://schemas.microsoft.com/office/drawing/2014/main" id="{565B0542-6B0B-0A54-F69C-A45D82365AB9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9">
              <a:extLst>
                <a:ext uri="{FF2B5EF4-FFF2-40B4-BE49-F238E27FC236}">
                  <a16:creationId xmlns:a16="http://schemas.microsoft.com/office/drawing/2014/main" id="{5C950771-C5CD-7E11-71D4-87164707DF7A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0">
              <a:extLst>
                <a:ext uri="{FF2B5EF4-FFF2-40B4-BE49-F238E27FC236}">
                  <a16:creationId xmlns:a16="http://schemas.microsoft.com/office/drawing/2014/main" id="{B150BF74-3ADB-7515-9D76-EFFE7A4450C6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1">
              <a:extLst>
                <a:ext uri="{FF2B5EF4-FFF2-40B4-BE49-F238E27FC236}">
                  <a16:creationId xmlns:a16="http://schemas.microsoft.com/office/drawing/2014/main" id="{07D98707-3F00-5193-47C3-627047391076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2">
              <a:extLst>
                <a:ext uri="{FF2B5EF4-FFF2-40B4-BE49-F238E27FC236}">
                  <a16:creationId xmlns:a16="http://schemas.microsoft.com/office/drawing/2014/main" id="{869E8B32-07AD-0B72-AA5F-947EA2B0DEAE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3">
              <a:extLst>
                <a:ext uri="{FF2B5EF4-FFF2-40B4-BE49-F238E27FC236}">
                  <a16:creationId xmlns:a16="http://schemas.microsoft.com/office/drawing/2014/main" id="{785BB930-58EA-F8CF-A6DA-8CD55E2C658D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4">
              <a:extLst>
                <a:ext uri="{FF2B5EF4-FFF2-40B4-BE49-F238E27FC236}">
                  <a16:creationId xmlns:a16="http://schemas.microsoft.com/office/drawing/2014/main" id="{EAFE9D73-17A9-0558-B8EF-2C8EF86991A5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5">
              <a:extLst>
                <a:ext uri="{FF2B5EF4-FFF2-40B4-BE49-F238E27FC236}">
                  <a16:creationId xmlns:a16="http://schemas.microsoft.com/office/drawing/2014/main" id="{9E6DEFFD-C00E-E3D8-352A-391FB2BF40C2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6">
              <a:extLst>
                <a:ext uri="{FF2B5EF4-FFF2-40B4-BE49-F238E27FC236}">
                  <a16:creationId xmlns:a16="http://schemas.microsoft.com/office/drawing/2014/main" id="{05ACAA90-6B24-0AC4-BD2C-A3CBC922D77B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7">
              <a:extLst>
                <a:ext uri="{FF2B5EF4-FFF2-40B4-BE49-F238E27FC236}">
                  <a16:creationId xmlns:a16="http://schemas.microsoft.com/office/drawing/2014/main" id="{ECDC512C-02E8-E6F3-274D-9B1D7CFDAECC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8">
              <a:extLst>
                <a:ext uri="{FF2B5EF4-FFF2-40B4-BE49-F238E27FC236}">
                  <a16:creationId xmlns:a16="http://schemas.microsoft.com/office/drawing/2014/main" id="{595A2A7C-C0B6-29B3-5678-FF34E3E7E59C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1271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4088D40B-8E3F-D667-B2E3-8F9EF4CEDB53}"/>
              </a:ext>
            </a:extLst>
          </p:cNvPr>
          <p:cNvSpPr txBox="1"/>
          <p:nvPr userDrawn="1"/>
        </p:nvSpPr>
        <p:spPr>
          <a:xfrm>
            <a:off x="13270832" y="276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2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0F0F532A-BFAD-584F-2191-EFC1BE4F5B7A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3" name="Forma libre 35">
              <a:extLst>
                <a:ext uri="{FF2B5EF4-FFF2-40B4-BE49-F238E27FC236}">
                  <a16:creationId xmlns:a16="http://schemas.microsoft.com/office/drawing/2014/main" id="{DD62C093-1718-1136-1BCA-5F3E471C7E85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4" name="Forma libre 36">
              <a:extLst>
                <a:ext uri="{FF2B5EF4-FFF2-40B4-BE49-F238E27FC236}">
                  <a16:creationId xmlns:a16="http://schemas.microsoft.com/office/drawing/2014/main" id="{B55BFCAD-F5E5-7454-B4CC-0B49E7368563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7">
              <a:extLst>
                <a:ext uri="{FF2B5EF4-FFF2-40B4-BE49-F238E27FC236}">
                  <a16:creationId xmlns:a16="http://schemas.microsoft.com/office/drawing/2014/main" id="{7F2A9AA7-4371-B76B-E9D9-DA6C3D131EA0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8">
              <a:extLst>
                <a:ext uri="{FF2B5EF4-FFF2-40B4-BE49-F238E27FC236}">
                  <a16:creationId xmlns:a16="http://schemas.microsoft.com/office/drawing/2014/main" id="{D669426D-3C71-A602-0594-CF6AF2EB6AF5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9">
              <a:extLst>
                <a:ext uri="{FF2B5EF4-FFF2-40B4-BE49-F238E27FC236}">
                  <a16:creationId xmlns:a16="http://schemas.microsoft.com/office/drawing/2014/main" id="{5C9D712B-9ED7-FA65-DB4A-06FE42F5DBEA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40">
              <a:extLst>
                <a:ext uri="{FF2B5EF4-FFF2-40B4-BE49-F238E27FC236}">
                  <a16:creationId xmlns:a16="http://schemas.microsoft.com/office/drawing/2014/main" id="{4394FAEE-6C07-CE2C-CAC5-8D16F9686B1E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1">
              <a:extLst>
                <a:ext uri="{FF2B5EF4-FFF2-40B4-BE49-F238E27FC236}">
                  <a16:creationId xmlns:a16="http://schemas.microsoft.com/office/drawing/2014/main" id="{DE7A4B62-7A9B-3D2D-3BEC-005570849DB4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2">
              <a:extLst>
                <a:ext uri="{FF2B5EF4-FFF2-40B4-BE49-F238E27FC236}">
                  <a16:creationId xmlns:a16="http://schemas.microsoft.com/office/drawing/2014/main" id="{8655BADB-994E-7934-66CF-5EFF4D46E79B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3">
              <a:extLst>
                <a:ext uri="{FF2B5EF4-FFF2-40B4-BE49-F238E27FC236}">
                  <a16:creationId xmlns:a16="http://schemas.microsoft.com/office/drawing/2014/main" id="{E48F2258-6EAE-F77A-E23B-64F1588FCF60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4">
              <a:extLst>
                <a:ext uri="{FF2B5EF4-FFF2-40B4-BE49-F238E27FC236}">
                  <a16:creationId xmlns:a16="http://schemas.microsoft.com/office/drawing/2014/main" id="{0AB26E98-4074-2586-3437-CF1271164043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5">
              <a:extLst>
                <a:ext uri="{FF2B5EF4-FFF2-40B4-BE49-F238E27FC236}">
                  <a16:creationId xmlns:a16="http://schemas.microsoft.com/office/drawing/2014/main" id="{D4C8E8B1-CA23-F936-23CF-24125674BB67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6">
              <a:extLst>
                <a:ext uri="{FF2B5EF4-FFF2-40B4-BE49-F238E27FC236}">
                  <a16:creationId xmlns:a16="http://schemas.microsoft.com/office/drawing/2014/main" id="{9186643A-63C5-BF81-33C1-8224301F059A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7">
              <a:extLst>
                <a:ext uri="{FF2B5EF4-FFF2-40B4-BE49-F238E27FC236}">
                  <a16:creationId xmlns:a16="http://schemas.microsoft.com/office/drawing/2014/main" id="{12386D87-E285-E03B-F75C-E41FFC0FAD0B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8">
              <a:extLst>
                <a:ext uri="{FF2B5EF4-FFF2-40B4-BE49-F238E27FC236}">
                  <a16:creationId xmlns:a16="http://schemas.microsoft.com/office/drawing/2014/main" id="{2807A23D-24E9-EAF3-34B6-1DE738F1E7F8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6905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2739327-19CD-8F92-36B5-4122A9572E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9F4E8347-14CE-281B-ACBE-685F7D7C74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6990426A-7D6E-8D66-1470-CA314F2A66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878" y="12871420"/>
            <a:ext cx="721014" cy="6833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DA5085-2983-F4F9-3FFB-B8046C0A6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D0458AE-3F1C-3C0A-2922-7CA0860EE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387" y="809625"/>
            <a:ext cx="19625142" cy="6495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EF673ED0-5200-9FC1-3051-D54C5A2B54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387" y="1515732"/>
            <a:ext cx="22753638" cy="462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s-ES_tradnl" err="1"/>
              <a:t>Caption</a:t>
            </a:r>
            <a:endParaRPr lang="es-ES_tradnl"/>
          </a:p>
        </p:txBody>
      </p:sp>
      <p:sp>
        <p:nvSpPr>
          <p:cNvPr id="23" name="Marcador de número de diapositiva 2">
            <a:extLst>
              <a:ext uri="{FF2B5EF4-FFF2-40B4-BE49-F238E27FC236}">
                <a16:creationId xmlns:a16="http://schemas.microsoft.com/office/drawing/2014/main" id="{781B75DE-9FD8-FECF-97D1-DF8C9D2A3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549906EC-FF29-87D7-DCAE-BC0C906500EA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9" name="Forma libre 35">
              <a:extLst>
                <a:ext uri="{FF2B5EF4-FFF2-40B4-BE49-F238E27FC236}">
                  <a16:creationId xmlns:a16="http://schemas.microsoft.com/office/drawing/2014/main" id="{AD2AC7E1-C633-0533-98F7-12AB05EB56FF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6">
              <a:extLst>
                <a:ext uri="{FF2B5EF4-FFF2-40B4-BE49-F238E27FC236}">
                  <a16:creationId xmlns:a16="http://schemas.microsoft.com/office/drawing/2014/main" id="{51D8F74D-5E4B-5D3A-2316-F824E534C16C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37">
              <a:extLst>
                <a:ext uri="{FF2B5EF4-FFF2-40B4-BE49-F238E27FC236}">
                  <a16:creationId xmlns:a16="http://schemas.microsoft.com/office/drawing/2014/main" id="{3175B33D-0043-864C-0ADE-5BA6999DF0FC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8">
              <a:extLst>
                <a:ext uri="{FF2B5EF4-FFF2-40B4-BE49-F238E27FC236}">
                  <a16:creationId xmlns:a16="http://schemas.microsoft.com/office/drawing/2014/main" id="{72014E3F-C91B-2303-3E59-817131657D0B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9">
              <a:extLst>
                <a:ext uri="{FF2B5EF4-FFF2-40B4-BE49-F238E27FC236}">
                  <a16:creationId xmlns:a16="http://schemas.microsoft.com/office/drawing/2014/main" id="{590A0387-6426-2DEC-4FC9-DE7ECBAC4498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0">
              <a:extLst>
                <a:ext uri="{FF2B5EF4-FFF2-40B4-BE49-F238E27FC236}">
                  <a16:creationId xmlns:a16="http://schemas.microsoft.com/office/drawing/2014/main" id="{26F5F452-76B2-16D2-7FB4-13B0875E5450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1">
              <a:extLst>
                <a:ext uri="{FF2B5EF4-FFF2-40B4-BE49-F238E27FC236}">
                  <a16:creationId xmlns:a16="http://schemas.microsoft.com/office/drawing/2014/main" id="{2449A345-9475-5F65-FCDF-48207839BCF2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2">
              <a:extLst>
                <a:ext uri="{FF2B5EF4-FFF2-40B4-BE49-F238E27FC236}">
                  <a16:creationId xmlns:a16="http://schemas.microsoft.com/office/drawing/2014/main" id="{7E9C90DE-82DF-0205-F68D-CDA596CA09A1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3">
              <a:extLst>
                <a:ext uri="{FF2B5EF4-FFF2-40B4-BE49-F238E27FC236}">
                  <a16:creationId xmlns:a16="http://schemas.microsoft.com/office/drawing/2014/main" id="{C5086FB2-B29B-26FC-5058-6F66AE531751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4">
              <a:extLst>
                <a:ext uri="{FF2B5EF4-FFF2-40B4-BE49-F238E27FC236}">
                  <a16:creationId xmlns:a16="http://schemas.microsoft.com/office/drawing/2014/main" id="{A481B231-E099-3AF2-A868-FE62DA2DB1FA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5">
              <a:extLst>
                <a:ext uri="{FF2B5EF4-FFF2-40B4-BE49-F238E27FC236}">
                  <a16:creationId xmlns:a16="http://schemas.microsoft.com/office/drawing/2014/main" id="{F784A990-F52E-7B28-5A52-1AB7B147CC99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6">
              <a:extLst>
                <a:ext uri="{FF2B5EF4-FFF2-40B4-BE49-F238E27FC236}">
                  <a16:creationId xmlns:a16="http://schemas.microsoft.com/office/drawing/2014/main" id="{91C308ED-E028-50EA-CC42-14BE81863E7A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7">
              <a:extLst>
                <a:ext uri="{FF2B5EF4-FFF2-40B4-BE49-F238E27FC236}">
                  <a16:creationId xmlns:a16="http://schemas.microsoft.com/office/drawing/2014/main" id="{EF035FF6-255E-35B5-D427-FC5BC624AD02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8">
              <a:extLst>
                <a:ext uri="{FF2B5EF4-FFF2-40B4-BE49-F238E27FC236}">
                  <a16:creationId xmlns:a16="http://schemas.microsoft.com/office/drawing/2014/main" id="{8CB1CF55-892F-F42C-9B88-C3B186B57CF4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0722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a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BB08633-C0B6-8A81-08D3-662550E78EB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5503574" y="3257600"/>
            <a:ext cx="6011861" cy="9613820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8BB3402-E7FB-3B3C-7679-80E2A129ED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942" y="6858000"/>
            <a:ext cx="11377612" cy="576064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9600" b="1" i="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Section Holder</a:t>
            </a:r>
          </a:p>
        </p:txBody>
      </p:sp>
      <p:sp>
        <p:nvSpPr>
          <p:cNvPr id="19" name="Marcador de número de diapositiva 2">
            <a:extLst>
              <a:ext uri="{FF2B5EF4-FFF2-40B4-BE49-F238E27FC236}">
                <a16:creationId xmlns:a16="http://schemas.microsoft.com/office/drawing/2014/main" id="{6DCB10B3-7429-4852-001C-E17BCF7DA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4E1F6B8C-9ED2-54DA-210F-AB59E6FFA1A2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5" name="Forma libre 35">
              <a:extLst>
                <a:ext uri="{FF2B5EF4-FFF2-40B4-BE49-F238E27FC236}">
                  <a16:creationId xmlns:a16="http://schemas.microsoft.com/office/drawing/2014/main" id="{ED1ADC06-670D-F3DE-04BB-BB3911F1744E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6">
              <a:extLst>
                <a:ext uri="{FF2B5EF4-FFF2-40B4-BE49-F238E27FC236}">
                  <a16:creationId xmlns:a16="http://schemas.microsoft.com/office/drawing/2014/main" id="{D93A2356-069D-18DB-AB3A-EA570F54F698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7">
              <a:extLst>
                <a:ext uri="{FF2B5EF4-FFF2-40B4-BE49-F238E27FC236}">
                  <a16:creationId xmlns:a16="http://schemas.microsoft.com/office/drawing/2014/main" id="{0801E226-F04E-E5EE-2653-6F6C5428F573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8">
              <a:extLst>
                <a:ext uri="{FF2B5EF4-FFF2-40B4-BE49-F238E27FC236}">
                  <a16:creationId xmlns:a16="http://schemas.microsoft.com/office/drawing/2014/main" id="{2942A06A-E725-EC90-F5B5-B8C6627BA02A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39">
              <a:extLst>
                <a:ext uri="{FF2B5EF4-FFF2-40B4-BE49-F238E27FC236}">
                  <a16:creationId xmlns:a16="http://schemas.microsoft.com/office/drawing/2014/main" id="{434ACF28-6AB1-215A-B21C-368E87EA3C06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0">
              <a:extLst>
                <a:ext uri="{FF2B5EF4-FFF2-40B4-BE49-F238E27FC236}">
                  <a16:creationId xmlns:a16="http://schemas.microsoft.com/office/drawing/2014/main" id="{B6A5CE22-67A1-0F87-6094-C6B3DEE29C59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1">
              <a:extLst>
                <a:ext uri="{FF2B5EF4-FFF2-40B4-BE49-F238E27FC236}">
                  <a16:creationId xmlns:a16="http://schemas.microsoft.com/office/drawing/2014/main" id="{CC0A4140-F3F4-2265-7FF0-9DA96DB98528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2">
              <a:extLst>
                <a:ext uri="{FF2B5EF4-FFF2-40B4-BE49-F238E27FC236}">
                  <a16:creationId xmlns:a16="http://schemas.microsoft.com/office/drawing/2014/main" id="{24F77E73-6C0B-4D1B-2A0D-83E859D5DF76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3">
              <a:extLst>
                <a:ext uri="{FF2B5EF4-FFF2-40B4-BE49-F238E27FC236}">
                  <a16:creationId xmlns:a16="http://schemas.microsoft.com/office/drawing/2014/main" id="{1109BA79-DD81-D770-81F1-D85E74780D93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4">
              <a:extLst>
                <a:ext uri="{FF2B5EF4-FFF2-40B4-BE49-F238E27FC236}">
                  <a16:creationId xmlns:a16="http://schemas.microsoft.com/office/drawing/2014/main" id="{FD4D4D72-F0DA-8F10-320B-F6D801403BC7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5">
              <a:extLst>
                <a:ext uri="{FF2B5EF4-FFF2-40B4-BE49-F238E27FC236}">
                  <a16:creationId xmlns:a16="http://schemas.microsoft.com/office/drawing/2014/main" id="{0141470A-B06F-39BB-D4FD-4E4AA280FA42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6">
              <a:extLst>
                <a:ext uri="{FF2B5EF4-FFF2-40B4-BE49-F238E27FC236}">
                  <a16:creationId xmlns:a16="http://schemas.microsoft.com/office/drawing/2014/main" id="{597EBD3D-3AF3-64EE-6F72-CBF21D45C680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7">
              <a:extLst>
                <a:ext uri="{FF2B5EF4-FFF2-40B4-BE49-F238E27FC236}">
                  <a16:creationId xmlns:a16="http://schemas.microsoft.com/office/drawing/2014/main" id="{41DA72EA-B95C-ED3B-2829-0F89BA2AC04F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8">
              <a:extLst>
                <a:ext uri="{FF2B5EF4-FFF2-40B4-BE49-F238E27FC236}">
                  <a16:creationId xmlns:a16="http://schemas.microsoft.com/office/drawing/2014/main" id="{F719A5B1-71C1-D492-7CF4-69784D958E0F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3404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855AEBF-A16A-B895-C699-6F491A85E47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5503574" y="3257600"/>
            <a:ext cx="6011861" cy="9613820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657FE70-854A-60A0-3495-2AB4351934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942" y="6858000"/>
            <a:ext cx="11377612" cy="576064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96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Section Holder</a:t>
            </a:r>
          </a:p>
        </p:txBody>
      </p:sp>
      <p:sp>
        <p:nvSpPr>
          <p:cNvPr id="10" name="Marcador de número de diapositiva 2">
            <a:extLst>
              <a:ext uri="{FF2B5EF4-FFF2-40B4-BE49-F238E27FC236}">
                <a16:creationId xmlns:a16="http://schemas.microsoft.com/office/drawing/2014/main" id="{FCB6E220-48B3-D8B0-EFD2-4F2AB2247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ADC4D103-E601-3E22-F24E-DF38DAFFDF4E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5" name="Forma libre 35">
              <a:extLst>
                <a:ext uri="{FF2B5EF4-FFF2-40B4-BE49-F238E27FC236}">
                  <a16:creationId xmlns:a16="http://schemas.microsoft.com/office/drawing/2014/main" id="{5F4B45B5-E4EE-A3BF-CCCD-8E5B5F6BEEAD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6">
              <a:extLst>
                <a:ext uri="{FF2B5EF4-FFF2-40B4-BE49-F238E27FC236}">
                  <a16:creationId xmlns:a16="http://schemas.microsoft.com/office/drawing/2014/main" id="{72A2C658-8D38-4E6A-4D69-29C7F7D338C6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7">
              <a:extLst>
                <a:ext uri="{FF2B5EF4-FFF2-40B4-BE49-F238E27FC236}">
                  <a16:creationId xmlns:a16="http://schemas.microsoft.com/office/drawing/2014/main" id="{89655BBA-4297-7603-3A39-8E705E98019B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8">
              <a:extLst>
                <a:ext uri="{FF2B5EF4-FFF2-40B4-BE49-F238E27FC236}">
                  <a16:creationId xmlns:a16="http://schemas.microsoft.com/office/drawing/2014/main" id="{5FD9E3E4-6F6A-8D0D-93D5-EB5AC61CD95D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39">
              <a:extLst>
                <a:ext uri="{FF2B5EF4-FFF2-40B4-BE49-F238E27FC236}">
                  <a16:creationId xmlns:a16="http://schemas.microsoft.com/office/drawing/2014/main" id="{8B95E427-18F3-5E13-D2F5-9CDBFFF05054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0">
              <a:extLst>
                <a:ext uri="{FF2B5EF4-FFF2-40B4-BE49-F238E27FC236}">
                  <a16:creationId xmlns:a16="http://schemas.microsoft.com/office/drawing/2014/main" id="{C5E1C353-472D-CAC5-3BBD-A7C886CFA4C7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1">
              <a:extLst>
                <a:ext uri="{FF2B5EF4-FFF2-40B4-BE49-F238E27FC236}">
                  <a16:creationId xmlns:a16="http://schemas.microsoft.com/office/drawing/2014/main" id="{3FEC9EF0-C61B-31E0-72FB-457279F636ED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2">
              <a:extLst>
                <a:ext uri="{FF2B5EF4-FFF2-40B4-BE49-F238E27FC236}">
                  <a16:creationId xmlns:a16="http://schemas.microsoft.com/office/drawing/2014/main" id="{E8BBB3C0-CE41-8FC3-06E5-04F8B4321CA3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3">
              <a:extLst>
                <a:ext uri="{FF2B5EF4-FFF2-40B4-BE49-F238E27FC236}">
                  <a16:creationId xmlns:a16="http://schemas.microsoft.com/office/drawing/2014/main" id="{2138C67E-9C4E-55FB-AA3F-F0B3525436BA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4">
              <a:extLst>
                <a:ext uri="{FF2B5EF4-FFF2-40B4-BE49-F238E27FC236}">
                  <a16:creationId xmlns:a16="http://schemas.microsoft.com/office/drawing/2014/main" id="{BB731F39-5E15-E227-2E78-BD968CC8B367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5">
              <a:extLst>
                <a:ext uri="{FF2B5EF4-FFF2-40B4-BE49-F238E27FC236}">
                  <a16:creationId xmlns:a16="http://schemas.microsoft.com/office/drawing/2014/main" id="{38EC829E-7754-E117-6CCF-0029D6B43046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6">
              <a:extLst>
                <a:ext uri="{FF2B5EF4-FFF2-40B4-BE49-F238E27FC236}">
                  <a16:creationId xmlns:a16="http://schemas.microsoft.com/office/drawing/2014/main" id="{AB980A5C-3E45-500E-B895-DBF347AADDF3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7">
              <a:extLst>
                <a:ext uri="{FF2B5EF4-FFF2-40B4-BE49-F238E27FC236}">
                  <a16:creationId xmlns:a16="http://schemas.microsoft.com/office/drawing/2014/main" id="{D54D5E9C-8860-DA92-6760-4ECD4C40D9E0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8">
              <a:extLst>
                <a:ext uri="{FF2B5EF4-FFF2-40B4-BE49-F238E27FC236}">
                  <a16:creationId xmlns:a16="http://schemas.microsoft.com/office/drawing/2014/main" id="{AE0018E6-286C-29F9-A803-7D5408248621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30603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Sa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57342B-F226-AB40-3EDB-C1B89A9353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1025352"/>
            <a:ext cx="18577618" cy="58326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ts val="16400"/>
              </a:lnSpc>
              <a:defRPr sz="20000" b="1" i="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Featured</a:t>
            </a:r>
          </a:p>
        </p:txBody>
      </p:sp>
      <p:sp>
        <p:nvSpPr>
          <p:cNvPr id="18" name="Marcador de número de diapositiva 2">
            <a:extLst>
              <a:ext uri="{FF2B5EF4-FFF2-40B4-BE49-F238E27FC236}">
                <a16:creationId xmlns:a16="http://schemas.microsoft.com/office/drawing/2014/main" id="{D5B13ABE-7164-3689-FB28-57837396F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A7C87DF4-7FC0-F6C6-5C6B-C79C3D4E8F0A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31911DA0-35E1-059B-9D92-CC725D1C1C2C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91046E96-F771-8EC2-BCBB-0C7312348F8B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47DD98AD-B6EF-5128-1C5F-0A65BBE7E8CD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E74231E4-4CBB-0289-A7E1-24432B93C993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3B301D03-9016-024C-3FDF-4A0FA14AA2A1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8CED29CD-F6C0-176C-BE65-154CE59AE75F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B1CC73E4-B3A6-9F71-9CE2-7F8C4AEEEC45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96E3B307-D2FE-1041-E177-127FD1F84590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C18A47C4-77AA-9E4B-5CC0-E1F0DAEA7CB8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DCD3BB95-A75F-36E9-4D7C-A895DFECE096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A887C2F6-0D1D-CBAC-74C5-2788402ED09F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986D5CE3-2E4A-3031-2936-369552212E3B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C932D86D-2756-1504-5028-2064D2827397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D4DF5B2D-7D86-C118-54A1-BCA60591B94A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970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atured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57342B-F226-AB40-3EDB-C1B89A9353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1025352"/>
            <a:ext cx="18649626" cy="58326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ts val="16400"/>
              </a:lnSpc>
              <a:defRPr sz="200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Featured</a:t>
            </a:r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89AEC653-B831-FC05-9A41-7F187ED7A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AD33FFC-708A-0748-F637-18C73265A550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50D525A6-FC0D-4EFC-DE57-1AAE1F77D936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9BDB0C10-F042-5B9A-D0A7-02F357E23281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F12AF6CD-18F7-61B9-85A7-CC2E726F8310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78F2A3F3-B044-21FD-B8DE-CA8E2C0F53CF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70E40062-FE25-91F8-EA74-7CE74993E93B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581EC132-C040-CC97-EF7E-03EFEB46189C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52D7433C-4CE9-CF09-1CD7-FE195DEA3A28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92A8E5D1-A078-AB39-0BE3-875D3C616046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64CFBC08-7D12-1563-8056-02D35FAA7242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CB8567AA-B1A1-A844-0897-748A2345B644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A5229F81-C15B-37DD-3349-674263ED5DBD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29896824-8C93-3B80-791B-4C51C5D8E9E1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124F5295-34CA-9D5B-4DBA-78772AC81AD3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45389ABD-07BC-669D-8B1C-FF40BFD54ADD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55397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atured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57342B-F226-AB40-3EDB-C1B89A9353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1025352"/>
            <a:ext cx="18577618" cy="58326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ts val="16400"/>
              </a:lnSpc>
              <a:defRPr sz="200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Featured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2C7156F-4D42-8A76-82C4-6199D4BCD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6C142E44-7C4A-8BA1-B761-2F374D526433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E71A88DE-1EAD-206F-8592-2CFDCA33A9C2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37BBC7E6-1DEE-AE77-9FE6-B0AE6589F80D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8F2C2AD5-73BB-2BCF-172F-476AB853CC33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C1E704C7-AEB2-B233-84AB-AC5D5163B658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321BE118-62E2-0684-8924-A2F30000F722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DC16395F-542C-A77F-3232-1961F8949986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9E7203B4-D1EF-96D3-37F5-2074CB70F42D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D7A83A87-3CFB-4B70-7B89-78069BAD063C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3DB8EBA6-0720-450A-CAD8-D84B48F93FBB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0590756A-EF76-8657-722D-6A85A0387516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8F213F6E-2188-87CD-FD07-21C6E531B667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F0743DDB-7C25-EBBD-B1D0-69135AF63218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26813432-B512-6C2F-5FFB-5E3D89993BE1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A7FE3888-C80E-D68D-8468-61D34DCA977E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33133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atured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57342B-F226-AB40-3EDB-C1B89A9353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1025352"/>
            <a:ext cx="18577618" cy="58326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ts val="16400"/>
              </a:lnSpc>
              <a:defRPr sz="200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Featured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0360BBD-BAFB-671C-4252-C524484A1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6B7AC9CB-47C9-B385-033D-095634A25B21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9109BF1D-B41C-DCB7-DB1D-D4AB81C540AC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5BD7E59A-11E6-374A-FF68-3347C7E369EE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3D0DFAE7-71D3-1B08-5C24-1F482382E9FD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DFAA51FD-72B5-BBFD-4385-6AE2CA3AD2D1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7E2BEB6A-9C12-1BC3-63EC-4CA6B75466B5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F2560A45-CE4E-A36C-0978-D93B7B5F0E14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FD3D0DCB-C029-E818-8147-9FF076E35D77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29EB895F-369B-AEB7-6507-A849938B46FA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93FE7643-0278-EADD-73E3-975DFC080AAE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456D6E21-AC86-E939-D362-AE9F8E645689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34608529-86DE-0970-C740-2E13DED94FE1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C8233615-35A9-54D3-977F-E658D11E7D61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C2C7252B-5687-9D28-D106-32DE49CEAFDB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ACF7A943-CCF3-D000-F78A-3E9068B0561E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495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Sand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9E5E572-ACA6-848C-1471-C2088F7E0D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825852"/>
            <a:ext cx="18577618" cy="60321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13900" b="1" i="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Catchphrase</a:t>
            </a:r>
          </a:p>
        </p:txBody>
      </p:sp>
      <p:sp>
        <p:nvSpPr>
          <p:cNvPr id="17" name="Marcador de número de diapositiva 2">
            <a:extLst>
              <a:ext uri="{FF2B5EF4-FFF2-40B4-BE49-F238E27FC236}">
                <a16:creationId xmlns:a16="http://schemas.microsoft.com/office/drawing/2014/main" id="{9B53B229-7197-263A-D62C-1B9C79392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4CB960BE-6D99-4132-F790-DD28B0830F4B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7A12D056-282F-C5F7-3C04-7AAC60528F57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4F138987-D72F-520D-7F3C-A09961EDA140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36D4262C-9B8E-3D27-CFBF-73DE0FCD7069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B8387911-1B33-0546-BFAB-03505DBF5353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B1D0730B-AE2C-5723-8CC8-65B60E59CFB7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FFD823D5-A9A6-3E53-ACC7-DD213B13E74F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0D039CB6-8411-9BF0-EB52-793CAA720E68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E3F6F4D2-EE76-D890-9C61-731C55EFECA4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A75308FD-E5E4-6CC7-1FDF-95197B0A4235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A7355D1B-33CC-976B-BBB3-160B7C1204B8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E9ED1525-CEE9-1484-CF49-72D7002ACCC3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1C7CDDD5-782C-E318-AE84-477129F1F940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ABB97C96-8A12-E473-6DA2-3AEA51E526F6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5AABCAA8-88FF-27A4-D30A-7FFBD97490AD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297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atured Gree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825852"/>
            <a:ext cx="18577618" cy="60321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139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Catchphrase</a:t>
            </a:r>
          </a:p>
        </p:txBody>
      </p:sp>
      <p:sp>
        <p:nvSpPr>
          <p:cNvPr id="4" name="Marcador de número de diapositiva 2">
            <a:extLst>
              <a:ext uri="{FF2B5EF4-FFF2-40B4-BE49-F238E27FC236}">
                <a16:creationId xmlns:a16="http://schemas.microsoft.com/office/drawing/2014/main" id="{3ED489D6-131A-3CD4-5081-ADD1132C3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69E36BE2-2019-31BA-D6A7-37F10BB2B33E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06EC9607-6002-13D8-2ED8-3829E05BB2BA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7FC985D4-0F08-FB36-6E5A-191D1DBAC37D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37512E60-BF44-5079-3191-25EE2C6835F7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D1D0B0EB-3599-5D5D-DAB2-EDBF7C0070D1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FF59981F-2D77-22A6-606E-2F6A6D7D37C4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71A0609F-AFF7-7339-EC72-17D8DE49819B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BA5E73C5-1939-2E14-F972-B301121C5483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501B8182-EBCB-363B-D562-7FC71239E4A5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2C027DA6-09E9-7264-E40A-C61ED73B99E5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9EF29363-55D5-AAFD-3485-95F304D4678B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1C61EC0B-2027-C63A-DCE8-225B4A726C88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9F6C6BC9-996D-4CFB-736A-73DD257CE3E8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C42EA306-D022-E59F-2679-FA196A2658F8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247FD3BD-292C-F165-CD32-7E42E648BD90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3302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atured Blu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4E8C50-91DB-E900-D73F-582A89829B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825852"/>
            <a:ext cx="18577618" cy="60321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139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Catchphrase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6DA64E8-A121-80AE-C7A8-F18DF2AA4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12A72300-B6A9-5AEB-99D4-345DEA0D2F77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91E00841-FFBB-23E8-1F04-B921E6E65114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9B2897AC-A94D-81FB-FD46-BBBA3C0B4CD9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09057575-A0E0-E279-0A25-6BE06719EAE8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BC4D6D4C-760D-8C53-F0C8-F6053D378EDE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F01D77D7-4339-2868-F5C9-48EB4BF3012A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984F908E-C449-C633-1520-048629E4AD72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EA389DC0-238E-1EBF-3A01-E8EE64DEEAB7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342D5C08-33F9-E1C5-42E8-FD8813F712D5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D700E881-89A1-0C4F-2F21-C135567BD42B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AF1A9FA9-2013-3242-C6F0-BFD380D0DB03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EE7B210B-81AF-6D1B-AF2D-F2B5D2C2D88F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8FAFA1FB-15AB-78C3-F8AF-83611365CA6C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6F8F4369-C0B9-9017-59FC-48821D1851EB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B0EF5EB2-5048-98DD-32EF-119FDD02B1FD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0217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atured Oran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7CDADDC-6983-4DD2-9F05-8B5D5BBF5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825852"/>
            <a:ext cx="18577618" cy="60321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13900" b="1" i="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Catchphrase</a:t>
            </a:r>
          </a:p>
        </p:txBody>
      </p:sp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391E3FBD-987A-F108-8B81-9A91311C8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3D18179F-F948-3817-EB1A-BAA51775D1DB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  <a:solidFill>
            <a:schemeClr val="bg1"/>
          </a:solidFill>
        </p:grpSpPr>
        <p:sp>
          <p:nvSpPr>
            <p:cNvPr id="64" name="Forma libre 35">
              <a:extLst>
                <a:ext uri="{FF2B5EF4-FFF2-40B4-BE49-F238E27FC236}">
                  <a16:creationId xmlns:a16="http://schemas.microsoft.com/office/drawing/2014/main" id="{F357BCE4-DC50-1D2C-66E9-1B3EF25999AA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5" name="Forma libre 36">
              <a:extLst>
                <a:ext uri="{FF2B5EF4-FFF2-40B4-BE49-F238E27FC236}">
                  <a16:creationId xmlns:a16="http://schemas.microsoft.com/office/drawing/2014/main" id="{16B3F07B-D677-14DB-0D76-6F07149A6B2F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6" name="Forma libre 37">
              <a:extLst>
                <a:ext uri="{FF2B5EF4-FFF2-40B4-BE49-F238E27FC236}">
                  <a16:creationId xmlns:a16="http://schemas.microsoft.com/office/drawing/2014/main" id="{1451AAF0-01FB-5372-D5B2-68A5DA0494A8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8">
              <a:extLst>
                <a:ext uri="{FF2B5EF4-FFF2-40B4-BE49-F238E27FC236}">
                  <a16:creationId xmlns:a16="http://schemas.microsoft.com/office/drawing/2014/main" id="{885C5563-C355-DE2E-4B07-BB80906DCD53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9">
              <a:extLst>
                <a:ext uri="{FF2B5EF4-FFF2-40B4-BE49-F238E27FC236}">
                  <a16:creationId xmlns:a16="http://schemas.microsoft.com/office/drawing/2014/main" id="{CDC370B9-4111-C49D-0E13-0B7A7C2B087A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40">
              <a:extLst>
                <a:ext uri="{FF2B5EF4-FFF2-40B4-BE49-F238E27FC236}">
                  <a16:creationId xmlns:a16="http://schemas.microsoft.com/office/drawing/2014/main" id="{35007C2F-1DF9-6D49-0173-0D5FF66A34E7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41">
              <a:extLst>
                <a:ext uri="{FF2B5EF4-FFF2-40B4-BE49-F238E27FC236}">
                  <a16:creationId xmlns:a16="http://schemas.microsoft.com/office/drawing/2014/main" id="{9C5913AF-D5D7-797A-1A6B-606B0E59B564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2">
              <a:extLst>
                <a:ext uri="{FF2B5EF4-FFF2-40B4-BE49-F238E27FC236}">
                  <a16:creationId xmlns:a16="http://schemas.microsoft.com/office/drawing/2014/main" id="{5C078316-6515-02D0-A017-847EB6D50839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3">
              <a:extLst>
                <a:ext uri="{FF2B5EF4-FFF2-40B4-BE49-F238E27FC236}">
                  <a16:creationId xmlns:a16="http://schemas.microsoft.com/office/drawing/2014/main" id="{77452C91-0281-421B-4C05-B6CB67241223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4">
              <a:extLst>
                <a:ext uri="{FF2B5EF4-FFF2-40B4-BE49-F238E27FC236}">
                  <a16:creationId xmlns:a16="http://schemas.microsoft.com/office/drawing/2014/main" id="{19FBDDC5-ED14-ABEB-2629-A7CB30AFF938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5">
              <a:extLst>
                <a:ext uri="{FF2B5EF4-FFF2-40B4-BE49-F238E27FC236}">
                  <a16:creationId xmlns:a16="http://schemas.microsoft.com/office/drawing/2014/main" id="{F5E4BE18-5BBB-8BDA-933A-799E8437E276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6">
              <a:extLst>
                <a:ext uri="{FF2B5EF4-FFF2-40B4-BE49-F238E27FC236}">
                  <a16:creationId xmlns:a16="http://schemas.microsoft.com/office/drawing/2014/main" id="{5C60C522-E80D-5DD7-854A-3A195AC1092A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7">
              <a:extLst>
                <a:ext uri="{FF2B5EF4-FFF2-40B4-BE49-F238E27FC236}">
                  <a16:creationId xmlns:a16="http://schemas.microsoft.com/office/drawing/2014/main" id="{642E74E3-0A6C-2A7A-CEA4-6D56A137A9BE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8">
              <a:extLst>
                <a:ext uri="{FF2B5EF4-FFF2-40B4-BE49-F238E27FC236}">
                  <a16:creationId xmlns:a16="http://schemas.microsoft.com/office/drawing/2014/main" id="{FDF87A4D-5042-5F4A-021F-747707F95A7F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84594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ymbol Sa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CADF309-5276-4BCA-840A-5331B41118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4461" y="5245100"/>
            <a:ext cx="3411904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36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ymbol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1876BB3C-AA57-D420-4861-FBD3D02157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99" y="5245100"/>
            <a:ext cx="3411905" cy="322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65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 userDrawn="1"/>
        </p:nvSpPr>
        <p:spPr>
          <a:xfrm>
            <a:off x="1122744" y="129867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2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7DA6748-540C-B210-3023-5878D2B5A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24042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69847-35B6-B0B5-56CB-CA233A7239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4388" y="5554800"/>
            <a:ext cx="6011862" cy="70564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CEEF4A-7598-08FC-4508-B7EB08BD0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486905" y="1721224"/>
            <a:ext cx="10081120" cy="10897415"/>
          </a:xfrm>
          <a:prstGeom prst="roundRect">
            <a:avLst>
              <a:gd name="adj" fmla="val 1974"/>
            </a:avLst>
          </a:prstGeom>
        </p:spPr>
        <p:txBody>
          <a:bodyPr/>
          <a:lstStyle/>
          <a:p>
            <a:r>
              <a:rPr lang="en-US"/>
              <a:t>Click on the icon to add an image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C9179BF4-1D27-9C70-FF1F-C39F60EB13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+mj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00F6B-AA5E-2A59-997F-81C17AF88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289C43B-E4B2-E05C-331E-30757051A5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9818" y="5554800"/>
            <a:ext cx="4751388" cy="13032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to modify the pattern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65A89C9-0515-10E9-2314-8CF56150FDA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9818" y="7478185"/>
            <a:ext cx="4751388" cy="13032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to modify the pattern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288031A-7E16-3B1B-E59C-5458E1F8C77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39818" y="9401570"/>
            <a:ext cx="4751388" cy="13032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to modify the pattern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46E9355-0AF1-76C4-5055-09B6B9F3BD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39818" y="11324954"/>
            <a:ext cx="4751388" cy="13032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to modify the pattern title style</a:t>
            </a:r>
          </a:p>
        </p:txBody>
      </p:sp>
      <p:sp>
        <p:nvSpPr>
          <p:cNvPr id="24" name="Marcador de número de diapositiva 2">
            <a:extLst>
              <a:ext uri="{FF2B5EF4-FFF2-40B4-BE49-F238E27FC236}">
                <a16:creationId xmlns:a16="http://schemas.microsoft.com/office/drawing/2014/main" id="{B088D9DA-A3FA-222C-28E0-28B062B5D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4C57FF9-A19D-886F-9094-A9691DA6FE68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71" name="Forma libre 35">
              <a:extLst>
                <a:ext uri="{FF2B5EF4-FFF2-40B4-BE49-F238E27FC236}">
                  <a16:creationId xmlns:a16="http://schemas.microsoft.com/office/drawing/2014/main" id="{3F3F9936-5964-B864-574F-AD9C13DAD414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36">
              <a:extLst>
                <a:ext uri="{FF2B5EF4-FFF2-40B4-BE49-F238E27FC236}">
                  <a16:creationId xmlns:a16="http://schemas.microsoft.com/office/drawing/2014/main" id="{A1F80DE2-05B2-FC65-117B-3C11731CD192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37">
              <a:extLst>
                <a:ext uri="{FF2B5EF4-FFF2-40B4-BE49-F238E27FC236}">
                  <a16:creationId xmlns:a16="http://schemas.microsoft.com/office/drawing/2014/main" id="{196DE75F-0039-687C-66D0-299B42063888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38">
              <a:extLst>
                <a:ext uri="{FF2B5EF4-FFF2-40B4-BE49-F238E27FC236}">
                  <a16:creationId xmlns:a16="http://schemas.microsoft.com/office/drawing/2014/main" id="{CAD6DEBB-C86E-C306-7501-A02C0B333D3F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39">
              <a:extLst>
                <a:ext uri="{FF2B5EF4-FFF2-40B4-BE49-F238E27FC236}">
                  <a16:creationId xmlns:a16="http://schemas.microsoft.com/office/drawing/2014/main" id="{9AD77FA7-8443-8687-D267-45E5D0D5D804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0">
              <a:extLst>
                <a:ext uri="{FF2B5EF4-FFF2-40B4-BE49-F238E27FC236}">
                  <a16:creationId xmlns:a16="http://schemas.microsoft.com/office/drawing/2014/main" id="{D98B9E83-03B8-3B21-7222-D445C232EC64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1">
              <a:extLst>
                <a:ext uri="{FF2B5EF4-FFF2-40B4-BE49-F238E27FC236}">
                  <a16:creationId xmlns:a16="http://schemas.microsoft.com/office/drawing/2014/main" id="{FA2D40E0-7C25-3255-EEFC-A6DECEB67FA2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2">
              <a:extLst>
                <a:ext uri="{FF2B5EF4-FFF2-40B4-BE49-F238E27FC236}">
                  <a16:creationId xmlns:a16="http://schemas.microsoft.com/office/drawing/2014/main" id="{F65EA7DB-7BA4-15E9-1A77-2AE28CF4FF01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3">
              <a:extLst>
                <a:ext uri="{FF2B5EF4-FFF2-40B4-BE49-F238E27FC236}">
                  <a16:creationId xmlns:a16="http://schemas.microsoft.com/office/drawing/2014/main" id="{9EC2A9AC-8C9F-FF5D-9AD1-1E6B9ABADAB5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0" name="Forma libre 44">
              <a:extLst>
                <a:ext uri="{FF2B5EF4-FFF2-40B4-BE49-F238E27FC236}">
                  <a16:creationId xmlns:a16="http://schemas.microsoft.com/office/drawing/2014/main" id="{E1C28A58-798E-2047-5EA3-A93D3D761320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1" name="Forma libre 45">
              <a:extLst>
                <a:ext uri="{FF2B5EF4-FFF2-40B4-BE49-F238E27FC236}">
                  <a16:creationId xmlns:a16="http://schemas.microsoft.com/office/drawing/2014/main" id="{58930662-D107-06F4-B62E-3FD233263F92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2" name="Forma libre 46">
              <a:extLst>
                <a:ext uri="{FF2B5EF4-FFF2-40B4-BE49-F238E27FC236}">
                  <a16:creationId xmlns:a16="http://schemas.microsoft.com/office/drawing/2014/main" id="{C1771243-C4C9-FA4A-D265-C71E1193F18C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3" name="Forma libre 47">
              <a:extLst>
                <a:ext uri="{FF2B5EF4-FFF2-40B4-BE49-F238E27FC236}">
                  <a16:creationId xmlns:a16="http://schemas.microsoft.com/office/drawing/2014/main" id="{57E1167B-3AA4-DC4F-F308-252A75EC71D1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84" name="Forma libre 48">
              <a:extLst>
                <a:ext uri="{FF2B5EF4-FFF2-40B4-BE49-F238E27FC236}">
                  <a16:creationId xmlns:a16="http://schemas.microsoft.com/office/drawing/2014/main" id="{B2483747-665D-6526-024A-FB090857E1C2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027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12B2B0C3-5176-3126-DCB3-BA93F824B0EF}"/>
              </a:ext>
            </a:extLst>
          </p:cNvPr>
          <p:cNvSpPr/>
          <p:nvPr userDrawn="1"/>
        </p:nvSpPr>
        <p:spPr>
          <a:xfrm>
            <a:off x="814388" y="809625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C732B7A2-6471-FA22-671E-26B48D54CE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80857" y="1630022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CD72F3F8-FC08-4779-B1A2-5C10D7D005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80857" y="2352072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7BE3B255-8924-492C-BF43-9D6CD55FB239}"/>
              </a:ext>
            </a:extLst>
          </p:cNvPr>
          <p:cNvSpPr/>
          <p:nvPr userDrawn="1"/>
        </p:nvSpPr>
        <p:spPr>
          <a:xfrm>
            <a:off x="6582438" y="809625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C79832B5-A390-DFE2-47CB-02104AABC2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48907" y="1630022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F04E481F-81A8-BC27-2CDD-C4A88C54B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48907" y="2352072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810F19E1-6970-0E38-53CF-6AADD8633798}"/>
              </a:ext>
            </a:extLst>
          </p:cNvPr>
          <p:cNvSpPr/>
          <p:nvPr userDrawn="1"/>
        </p:nvSpPr>
        <p:spPr>
          <a:xfrm>
            <a:off x="12363881" y="809625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02D0B866-561D-49C9-627B-AAB34C8200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730350" y="1630022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D0A8A97D-35B1-455D-1562-36076CEF51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730350" y="2352072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B71D133B-DD82-A3B1-F201-707D44CC1F0D}"/>
              </a:ext>
            </a:extLst>
          </p:cNvPr>
          <p:cNvSpPr/>
          <p:nvPr userDrawn="1"/>
        </p:nvSpPr>
        <p:spPr>
          <a:xfrm>
            <a:off x="18157417" y="809625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2804308D-3550-332B-D469-EA2709BC46B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523886" y="1630022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448AAD89-A7EB-BF5B-9F4F-50B2E64091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523886" y="2352072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43" name="Rectángulo redondeado 42">
            <a:extLst>
              <a:ext uri="{FF2B5EF4-FFF2-40B4-BE49-F238E27FC236}">
                <a16:creationId xmlns:a16="http://schemas.microsoft.com/office/drawing/2014/main" id="{9DA49D27-3F0C-C97F-EFE7-6D99606AB01B}"/>
              </a:ext>
            </a:extLst>
          </p:cNvPr>
          <p:cNvSpPr/>
          <p:nvPr userDrawn="1"/>
        </p:nvSpPr>
        <p:spPr>
          <a:xfrm>
            <a:off x="814388" y="6781179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30">
            <a:extLst>
              <a:ext uri="{FF2B5EF4-FFF2-40B4-BE49-F238E27FC236}">
                <a16:creationId xmlns:a16="http://schemas.microsoft.com/office/drawing/2014/main" id="{F3C42562-73F1-CA09-D80C-B056135D8C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80857" y="7601576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3F349B48-B990-28CB-403C-35BD29F856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80857" y="8323626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46" name="Rectángulo redondeado 45">
            <a:extLst>
              <a:ext uri="{FF2B5EF4-FFF2-40B4-BE49-F238E27FC236}">
                <a16:creationId xmlns:a16="http://schemas.microsoft.com/office/drawing/2014/main" id="{21F550F2-B3AF-1E9A-714E-946C8266859C}"/>
              </a:ext>
            </a:extLst>
          </p:cNvPr>
          <p:cNvSpPr/>
          <p:nvPr userDrawn="1"/>
        </p:nvSpPr>
        <p:spPr>
          <a:xfrm>
            <a:off x="6582438" y="6781179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 Placeholder 30">
            <a:extLst>
              <a:ext uri="{FF2B5EF4-FFF2-40B4-BE49-F238E27FC236}">
                <a16:creationId xmlns:a16="http://schemas.microsoft.com/office/drawing/2014/main" id="{3AA1C7B8-79C3-9452-CCB6-2D964B4C6B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48907" y="7601576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CD5073F4-8CE8-3F00-B1C7-73F8C0BF27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48907" y="8323626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49" name="Rectángulo redondeado 48">
            <a:extLst>
              <a:ext uri="{FF2B5EF4-FFF2-40B4-BE49-F238E27FC236}">
                <a16:creationId xmlns:a16="http://schemas.microsoft.com/office/drawing/2014/main" id="{273C2E2C-BF88-0A41-ADCE-8F0D1AF28B3E}"/>
              </a:ext>
            </a:extLst>
          </p:cNvPr>
          <p:cNvSpPr/>
          <p:nvPr userDrawn="1"/>
        </p:nvSpPr>
        <p:spPr>
          <a:xfrm>
            <a:off x="12363881" y="6781179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 Placeholder 30">
            <a:extLst>
              <a:ext uri="{FF2B5EF4-FFF2-40B4-BE49-F238E27FC236}">
                <a16:creationId xmlns:a16="http://schemas.microsoft.com/office/drawing/2014/main" id="{38BA7381-E374-D408-8CC3-F0F82CA98C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30350" y="7601576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635E0040-3917-3CC9-D3DB-57DC40AC8D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30350" y="8323626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B18CE67B-9FA3-EB8E-9640-FCE9D1F658A9}"/>
              </a:ext>
            </a:extLst>
          </p:cNvPr>
          <p:cNvSpPr/>
          <p:nvPr userDrawn="1"/>
        </p:nvSpPr>
        <p:spPr>
          <a:xfrm>
            <a:off x="18157417" y="6781179"/>
            <a:ext cx="5460196" cy="5676783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 Placeholder 30">
            <a:extLst>
              <a:ext uri="{FF2B5EF4-FFF2-40B4-BE49-F238E27FC236}">
                <a16:creationId xmlns:a16="http://schemas.microsoft.com/office/drawing/2014/main" id="{EB2F085F-811D-F7D0-F83E-2F859782C0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523886" y="7601576"/>
            <a:ext cx="4743693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8E09D381-1A35-646E-770B-4088EBA5BB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523886" y="8323626"/>
            <a:ext cx="4743693" cy="33629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D6B63AD-8CB5-6063-DECB-7304503F0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1873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+ Text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DC1A6127-8C12-56D1-C7F4-5928EAED2AD6}"/>
              </a:ext>
            </a:extLst>
          </p:cNvPr>
          <p:cNvSpPr/>
          <p:nvPr userDrawn="1"/>
        </p:nvSpPr>
        <p:spPr>
          <a:xfrm>
            <a:off x="7439025" y="809626"/>
            <a:ext cx="5212809" cy="5938016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 Placeholder 30">
            <a:extLst>
              <a:ext uri="{FF2B5EF4-FFF2-40B4-BE49-F238E27FC236}">
                <a16:creationId xmlns:a16="http://schemas.microsoft.com/office/drawing/2014/main" id="{2A14E929-97E2-E47A-83FE-A90A7F78A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90102" y="1598062"/>
            <a:ext cx="4287249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50" name="Text Placeholder 30">
            <a:extLst>
              <a:ext uri="{FF2B5EF4-FFF2-40B4-BE49-F238E27FC236}">
                <a16:creationId xmlns:a16="http://schemas.microsoft.com/office/drawing/2014/main" id="{73114797-CDA6-329E-25E5-B2F0A0FAA1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0102" y="2336574"/>
            <a:ext cx="4287249" cy="36278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0DB8B90C-BCDA-5AED-8CFB-183269D7AB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388" y="3079102"/>
            <a:ext cx="6011862" cy="6673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Click here to add your Section Subtitle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148DD141-EBD9-FBC6-CB7A-D9ADE3558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3747600"/>
            <a:ext cx="6012000" cy="18071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modify the pattern title style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E847A932-5DEB-E3C1-19BE-656C3B7857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388" y="5553075"/>
            <a:ext cx="6011862" cy="706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rgbClr val="000000"/>
                </a:solidFill>
                <a:latin typeface="+mn-lt"/>
              </a:defRPr>
            </a:lvl2pPr>
            <a:lvl3pPr>
              <a:defRPr>
                <a:solidFill>
                  <a:srgbClr val="000000"/>
                </a:solidFill>
                <a:latin typeface="+mn-lt"/>
              </a:defRPr>
            </a:lvl3pPr>
            <a:lvl4pPr>
              <a:defRPr>
                <a:solidFill>
                  <a:srgbClr val="000000"/>
                </a:solidFill>
                <a:latin typeface="+mn-lt"/>
              </a:defRPr>
            </a:lvl4pPr>
            <a:lvl5pPr>
              <a:defRPr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modify the pattern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/>
              <a:t>Third</a:t>
            </a:r>
            <a:r>
              <a:rPr lang="en-US" noProof="0"/>
              <a:t> Level</a:t>
            </a:r>
          </a:p>
          <a:p>
            <a:pPr lvl="3"/>
            <a:r>
              <a:rPr lang="en-US"/>
              <a:t>Fourth</a:t>
            </a:r>
            <a:r>
              <a:rPr lang="en-US" noProof="0"/>
              <a:t> Level</a:t>
            </a:r>
          </a:p>
          <a:p>
            <a:pPr lvl="4"/>
            <a:r>
              <a:rPr lang="en-US"/>
              <a:t>Fifth</a:t>
            </a:r>
            <a:r>
              <a:rPr lang="en-US" noProof="0"/>
              <a:t> Level</a:t>
            </a:r>
          </a:p>
        </p:txBody>
      </p:sp>
      <p:sp>
        <p:nvSpPr>
          <p:cNvPr id="68" name="Rectángulo redondeado 67">
            <a:extLst>
              <a:ext uri="{FF2B5EF4-FFF2-40B4-BE49-F238E27FC236}">
                <a16:creationId xmlns:a16="http://schemas.microsoft.com/office/drawing/2014/main" id="{9667371F-B450-1853-C7C6-FC59451569F8}"/>
              </a:ext>
            </a:extLst>
          </p:cNvPr>
          <p:cNvSpPr/>
          <p:nvPr userDrawn="1"/>
        </p:nvSpPr>
        <p:spPr>
          <a:xfrm>
            <a:off x="7439025" y="6976509"/>
            <a:ext cx="5212809" cy="5938016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 Placeholder 30">
            <a:extLst>
              <a:ext uri="{FF2B5EF4-FFF2-40B4-BE49-F238E27FC236}">
                <a16:creationId xmlns:a16="http://schemas.microsoft.com/office/drawing/2014/main" id="{DAC2CEA1-E4DF-4326-395D-EB387F7ADC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90102" y="7764945"/>
            <a:ext cx="4287249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3B750012-628D-5984-A3FC-4A5EAD2B13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0102" y="8503457"/>
            <a:ext cx="4287249" cy="36278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76" name="Rectángulo redondeado 75">
            <a:extLst>
              <a:ext uri="{FF2B5EF4-FFF2-40B4-BE49-F238E27FC236}">
                <a16:creationId xmlns:a16="http://schemas.microsoft.com/office/drawing/2014/main" id="{FBF449EE-5FB0-5603-475B-DB6FCB6E2579}"/>
              </a:ext>
            </a:extLst>
          </p:cNvPr>
          <p:cNvSpPr/>
          <p:nvPr userDrawn="1"/>
        </p:nvSpPr>
        <p:spPr>
          <a:xfrm>
            <a:off x="12914337" y="809626"/>
            <a:ext cx="5212809" cy="5938016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 Placeholder 30">
            <a:extLst>
              <a:ext uri="{FF2B5EF4-FFF2-40B4-BE49-F238E27FC236}">
                <a16:creationId xmlns:a16="http://schemas.microsoft.com/office/drawing/2014/main" id="{6ABDE276-B203-4D40-2A20-AD86215F61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365414" y="1598062"/>
            <a:ext cx="4287249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78" name="Text Placeholder 30">
            <a:extLst>
              <a:ext uri="{FF2B5EF4-FFF2-40B4-BE49-F238E27FC236}">
                <a16:creationId xmlns:a16="http://schemas.microsoft.com/office/drawing/2014/main" id="{8DFEF45E-235C-4980-0070-0B758EB51FB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365414" y="2336574"/>
            <a:ext cx="4287249" cy="36278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79" name="Rectángulo redondeado 78">
            <a:extLst>
              <a:ext uri="{FF2B5EF4-FFF2-40B4-BE49-F238E27FC236}">
                <a16:creationId xmlns:a16="http://schemas.microsoft.com/office/drawing/2014/main" id="{F74B99C9-1C3D-A99F-2586-18BBF6C185F7}"/>
              </a:ext>
            </a:extLst>
          </p:cNvPr>
          <p:cNvSpPr/>
          <p:nvPr userDrawn="1"/>
        </p:nvSpPr>
        <p:spPr>
          <a:xfrm>
            <a:off x="12914337" y="6976509"/>
            <a:ext cx="5212809" cy="5938016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 Placeholder 30">
            <a:extLst>
              <a:ext uri="{FF2B5EF4-FFF2-40B4-BE49-F238E27FC236}">
                <a16:creationId xmlns:a16="http://schemas.microsoft.com/office/drawing/2014/main" id="{2244161D-EACC-FE01-2B73-949E3C37D0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65414" y="7764945"/>
            <a:ext cx="4287249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81" name="Text Placeholder 30">
            <a:extLst>
              <a:ext uri="{FF2B5EF4-FFF2-40B4-BE49-F238E27FC236}">
                <a16:creationId xmlns:a16="http://schemas.microsoft.com/office/drawing/2014/main" id="{8854F90F-47D8-3FF1-CB71-C17B85326A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65414" y="8503457"/>
            <a:ext cx="4287249" cy="36278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88" name="Rectángulo redondeado 87">
            <a:extLst>
              <a:ext uri="{FF2B5EF4-FFF2-40B4-BE49-F238E27FC236}">
                <a16:creationId xmlns:a16="http://schemas.microsoft.com/office/drawing/2014/main" id="{B5585063-19D6-2863-B8C7-6B611C9BF7C8}"/>
              </a:ext>
            </a:extLst>
          </p:cNvPr>
          <p:cNvSpPr/>
          <p:nvPr userDrawn="1"/>
        </p:nvSpPr>
        <p:spPr>
          <a:xfrm>
            <a:off x="18357077" y="809626"/>
            <a:ext cx="5212809" cy="5938016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 Placeholder 30">
            <a:extLst>
              <a:ext uri="{FF2B5EF4-FFF2-40B4-BE49-F238E27FC236}">
                <a16:creationId xmlns:a16="http://schemas.microsoft.com/office/drawing/2014/main" id="{DBA80BD8-C16A-816D-EECB-42386D8CA44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08154" y="1598062"/>
            <a:ext cx="4287249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90" name="Text Placeholder 30">
            <a:extLst>
              <a:ext uri="{FF2B5EF4-FFF2-40B4-BE49-F238E27FC236}">
                <a16:creationId xmlns:a16="http://schemas.microsoft.com/office/drawing/2014/main" id="{990BDBFA-5077-92F1-2635-4B4D68EA80B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08154" y="2336574"/>
            <a:ext cx="4287249" cy="36278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91" name="Rectángulo redondeado 90">
            <a:extLst>
              <a:ext uri="{FF2B5EF4-FFF2-40B4-BE49-F238E27FC236}">
                <a16:creationId xmlns:a16="http://schemas.microsoft.com/office/drawing/2014/main" id="{3C1C05DE-806B-9740-B3FA-A949E2482B3C}"/>
              </a:ext>
            </a:extLst>
          </p:cNvPr>
          <p:cNvSpPr/>
          <p:nvPr userDrawn="1"/>
        </p:nvSpPr>
        <p:spPr>
          <a:xfrm>
            <a:off x="18357077" y="6976509"/>
            <a:ext cx="5212809" cy="5938016"/>
          </a:xfrm>
          <a:prstGeom prst="roundRect">
            <a:avLst>
              <a:gd name="adj" fmla="val 35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 Placeholder 30">
            <a:extLst>
              <a:ext uri="{FF2B5EF4-FFF2-40B4-BE49-F238E27FC236}">
                <a16:creationId xmlns:a16="http://schemas.microsoft.com/office/drawing/2014/main" id="{4656AF4A-7291-323B-9369-C7A83D0D5F7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808154" y="7764945"/>
            <a:ext cx="4287249" cy="4320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bg1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1pPr>
          </a:lstStyle>
          <a:p>
            <a:pPr lvl="0"/>
            <a:r>
              <a:rPr lang="en-US"/>
              <a:t>Featured text</a:t>
            </a:r>
          </a:p>
        </p:txBody>
      </p:sp>
      <p:sp>
        <p:nvSpPr>
          <p:cNvPr id="93" name="Text Placeholder 30">
            <a:extLst>
              <a:ext uri="{FF2B5EF4-FFF2-40B4-BE49-F238E27FC236}">
                <a16:creationId xmlns:a16="http://schemas.microsoft.com/office/drawing/2014/main" id="{936E5C14-6643-73F1-21AF-0AB396393C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8808154" y="8503457"/>
            <a:ext cx="4287249" cy="36278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7F9F4823-B2B4-0F6E-728B-2DAC9C83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5629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Image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8C085E0E-61A0-7375-AF8D-10F59DC61C4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09256" y="671406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1F60990C-355E-E003-9777-5E59A68ED4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578732" y="671406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2FB8A52D-97C9-F232-B977-3B2A698023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2348208" y="671406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6A26F26E-B266-1C37-9266-D3923B9E085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8117685" y="671406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97CF754A-EB2D-92C7-04FF-0F1188D0D2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4388" y="80962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16FC1D8A-7002-4558-0FD0-9C0139DD874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83864" y="80962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3" name="Picture Placeholder 6">
            <a:extLst>
              <a:ext uri="{FF2B5EF4-FFF2-40B4-BE49-F238E27FC236}">
                <a16:creationId xmlns:a16="http://schemas.microsoft.com/office/drawing/2014/main" id="{B0F4DFDD-488A-7DA7-2163-987D10585D2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2353340" y="80962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BE6F14D7-1374-30DB-028D-47AD2A136FE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122817" y="809625"/>
            <a:ext cx="5465328" cy="56767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438238EC-1D9F-52DC-6616-D29767D5C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10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Image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8C085E0E-61A0-7375-AF8D-10F59DC61C4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439028" y="846203"/>
            <a:ext cx="11472300" cy="5298566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2FB8A52D-97C9-F232-B977-3B2A698023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1411712" y="6857999"/>
            <a:ext cx="9326880" cy="5761039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6A26F26E-B266-1C37-9266-D3923B9E085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560436" y="8302752"/>
            <a:ext cx="5766444" cy="6225583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BE6F14D7-1374-30DB-028D-47AD2A136FE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6204512" y="-347791"/>
            <a:ext cx="5465328" cy="5761039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6125B214-C604-0098-27B3-EB351D6C4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0174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Images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2FB8A52D-97C9-F232-B977-3B2A698023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42563" y="2537420"/>
            <a:ext cx="7885603" cy="8641160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6A26F26E-B266-1C37-9266-D3923B9E085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426138" y="7205472"/>
            <a:ext cx="4615740" cy="5029200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E76F2DA-7020-A190-E547-157F0DB9952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543684" y="809625"/>
            <a:ext cx="8941392" cy="5298566"/>
          </a:xfrm>
          <a:prstGeom prst="roundRect">
            <a:avLst>
              <a:gd name="adj" fmla="val 4173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27D4A3-23B1-DCC7-9AF8-612BC052B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+mn-lt"/>
              </a:defRPr>
            </a:lvl1pPr>
          </a:lstStyle>
          <a:p>
            <a:fld id="{92A49E42-579D-0A4D-A382-D64C66A04E33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8566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nd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2">
            <a:extLst>
              <a:ext uri="{FF2B5EF4-FFF2-40B4-BE49-F238E27FC236}">
                <a16:creationId xmlns:a16="http://schemas.microsoft.com/office/drawing/2014/main" id="{02C6E78E-94C2-B86A-43B0-C98F58009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4388" y="5844491"/>
            <a:ext cx="22000142" cy="4783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577" b="0" i="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48B9D897-8522-C703-18E2-6BE46E9EE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16135" y="12834000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fld id="{0485829D-35EB-3F41-8CB7-A5F348EE6840}" type="datetime1">
              <a:rPr lang="en-US" noProof="0" smtClean="0"/>
              <a:t>29/3/23</a:t>
            </a:fld>
            <a:endParaRPr lang="en-US" noProof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3BD5612-AEBB-19A0-9897-5839C3851C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4388" y="12834000"/>
            <a:ext cx="8150202" cy="4783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08502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2pPr>
            <a:lvl3pPr marL="1817006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3pPr>
            <a:lvl4pPr marL="2725508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4pPr>
            <a:lvl5pPr marL="3634011" indent="0">
              <a:buNone/>
              <a:defRPr b="0" i="0">
                <a:latin typeface="IberPangea Light" panose="020B0404000000000000" pitchFamily="34" charset="0"/>
                <a:ea typeface="IberPangea Light" panose="020B0404000000000000" pitchFamily="34" charset="0"/>
                <a:cs typeface="IberPangea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11" name="Título 14">
            <a:extLst>
              <a:ext uri="{FF2B5EF4-FFF2-40B4-BE49-F238E27FC236}">
                <a16:creationId xmlns:a16="http://schemas.microsoft.com/office/drawing/2014/main" id="{25550E68-FC67-05D6-D928-B0F363BBA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3616" y="6322805"/>
            <a:ext cx="22059476" cy="254712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17500" b="1" i="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Big PPT Title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5DD7BF8C-9C3B-8D1C-6F34-EA0786F91FED}"/>
              </a:ext>
            </a:extLst>
          </p:cNvPr>
          <p:cNvGrpSpPr/>
          <p:nvPr userDrawn="1"/>
        </p:nvGrpSpPr>
        <p:grpSpPr>
          <a:xfrm>
            <a:off x="21045222" y="740081"/>
            <a:ext cx="2566140" cy="523054"/>
            <a:chOff x="3291671" y="5980762"/>
            <a:chExt cx="6715312" cy="1368776"/>
          </a:xfrm>
        </p:grpSpPr>
        <p:sp>
          <p:nvSpPr>
            <p:cNvPr id="66" name="Forma libre 35">
              <a:extLst>
                <a:ext uri="{FF2B5EF4-FFF2-40B4-BE49-F238E27FC236}">
                  <a16:creationId xmlns:a16="http://schemas.microsoft.com/office/drawing/2014/main" id="{2CEDC285-44CE-76D3-B1B0-1039833FBC00}"/>
                </a:ext>
              </a:extLst>
            </p:cNvPr>
            <p:cNvSpPr/>
            <p:nvPr/>
          </p:nvSpPr>
          <p:spPr>
            <a:xfrm>
              <a:off x="5052672" y="6301912"/>
              <a:ext cx="605748" cy="726915"/>
            </a:xfrm>
            <a:custGeom>
              <a:avLst/>
              <a:gdLst>
                <a:gd name="connsiteX0" fmla="*/ 499286 w 605748"/>
                <a:gd name="connsiteY0" fmla="*/ 452733 h 726915"/>
                <a:gd name="connsiteX1" fmla="*/ 499286 w 605748"/>
                <a:gd name="connsiteY1" fmla="*/ 546228 h 726915"/>
                <a:gd name="connsiteX2" fmla="*/ 444522 w 605748"/>
                <a:gd name="connsiteY2" fmla="*/ 470435 h 726915"/>
                <a:gd name="connsiteX3" fmla="*/ 96878 w 605748"/>
                <a:gd name="connsiteY3" fmla="*/ 0 h 726915"/>
                <a:gd name="connsiteX4" fmla="*/ 0 w 605748"/>
                <a:gd name="connsiteY4" fmla="*/ 0 h 726915"/>
                <a:gd name="connsiteX5" fmla="*/ 0 w 605748"/>
                <a:gd name="connsiteY5" fmla="*/ 726916 h 726915"/>
                <a:gd name="connsiteX6" fmla="*/ 106845 w 605748"/>
                <a:gd name="connsiteY6" fmla="*/ 726916 h 726915"/>
                <a:gd name="connsiteX7" fmla="*/ 106845 w 605748"/>
                <a:gd name="connsiteY7" fmla="*/ 180688 h 726915"/>
                <a:gd name="connsiteX8" fmla="*/ 161610 w 605748"/>
                <a:gd name="connsiteY8" fmla="*/ 256481 h 726915"/>
                <a:gd name="connsiteX9" fmla="*/ 509253 w 605748"/>
                <a:gd name="connsiteY9" fmla="*/ 726916 h 726915"/>
                <a:gd name="connsiteX10" fmla="*/ 605748 w 605748"/>
                <a:gd name="connsiteY10" fmla="*/ 726916 h 726915"/>
                <a:gd name="connsiteX11" fmla="*/ 605748 w 605748"/>
                <a:gd name="connsiteY11" fmla="*/ 0 h 726915"/>
                <a:gd name="connsiteX12" fmla="*/ 499286 w 605748"/>
                <a:gd name="connsiteY12" fmla="*/ 0 h 72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5748" h="726915">
                  <a:moveTo>
                    <a:pt x="499286" y="452733"/>
                  </a:moveTo>
                  <a:lnTo>
                    <a:pt x="499286" y="546228"/>
                  </a:lnTo>
                  <a:cubicBezTo>
                    <a:pt x="476466" y="514371"/>
                    <a:pt x="458213" y="489106"/>
                    <a:pt x="444522" y="470435"/>
                  </a:cubicBezTo>
                  <a:lnTo>
                    <a:pt x="96878" y="0"/>
                  </a:lnTo>
                  <a:lnTo>
                    <a:pt x="0" y="0"/>
                  </a:lnTo>
                  <a:lnTo>
                    <a:pt x="0" y="726916"/>
                  </a:lnTo>
                  <a:lnTo>
                    <a:pt x="106845" y="726916"/>
                  </a:lnTo>
                  <a:lnTo>
                    <a:pt x="106845" y="180688"/>
                  </a:lnTo>
                  <a:cubicBezTo>
                    <a:pt x="129698" y="212545"/>
                    <a:pt x="147957" y="237810"/>
                    <a:pt x="161610" y="256481"/>
                  </a:cubicBezTo>
                  <a:lnTo>
                    <a:pt x="509253" y="726916"/>
                  </a:lnTo>
                  <a:lnTo>
                    <a:pt x="605748" y="726916"/>
                  </a:lnTo>
                  <a:lnTo>
                    <a:pt x="605748" y="0"/>
                  </a:lnTo>
                  <a:lnTo>
                    <a:pt x="499286" y="0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7" name="Forma libre 36">
              <a:extLst>
                <a:ext uri="{FF2B5EF4-FFF2-40B4-BE49-F238E27FC236}">
                  <a16:creationId xmlns:a16="http://schemas.microsoft.com/office/drawing/2014/main" id="{D63AE2E7-A1DF-2C1C-CDB3-8E37DBA15EA9}"/>
                </a:ext>
              </a:extLst>
            </p:cNvPr>
            <p:cNvSpPr/>
            <p:nvPr/>
          </p:nvSpPr>
          <p:spPr>
            <a:xfrm>
              <a:off x="5723943" y="6490893"/>
              <a:ext cx="497126" cy="549550"/>
            </a:xfrm>
            <a:custGeom>
              <a:avLst/>
              <a:gdLst>
                <a:gd name="connsiteX0" fmla="*/ 378781 w 497126"/>
                <a:gd name="connsiteY0" fmla="*/ 33796 h 549550"/>
                <a:gd name="connsiteX1" fmla="*/ 253261 w 497126"/>
                <a:gd name="connsiteY1" fmla="*/ 36 h 549550"/>
                <a:gd name="connsiteX2" fmla="*/ 151016 w 497126"/>
                <a:gd name="connsiteY2" fmla="*/ 19218 h 549550"/>
                <a:gd name="connsiteX3" fmla="*/ 70622 w 497126"/>
                <a:gd name="connsiteY3" fmla="*/ 74953 h 549550"/>
                <a:gd name="connsiteX4" fmla="*/ 18212 w 497126"/>
                <a:gd name="connsiteY4" fmla="*/ 161652 h 549550"/>
                <a:gd name="connsiteX5" fmla="*/ 30 w 497126"/>
                <a:gd name="connsiteY5" fmla="*/ 274329 h 549550"/>
                <a:gd name="connsiteX6" fmla="*/ 33272 w 497126"/>
                <a:gd name="connsiteY6" fmla="*/ 418133 h 549550"/>
                <a:gd name="connsiteX7" fmla="*/ 124565 w 497126"/>
                <a:gd name="connsiteY7" fmla="*/ 514698 h 549550"/>
                <a:gd name="connsiteX8" fmla="*/ 258463 w 497126"/>
                <a:gd name="connsiteY8" fmla="*/ 549498 h 549550"/>
                <a:gd name="connsiteX9" fmla="*/ 347127 w 497126"/>
                <a:gd name="connsiteY9" fmla="*/ 536509 h 549550"/>
                <a:gd name="connsiteX10" fmla="*/ 425987 w 497126"/>
                <a:gd name="connsiteY10" fmla="*/ 493927 h 549550"/>
                <a:gd name="connsiteX11" fmla="*/ 487761 w 497126"/>
                <a:gd name="connsiteY11" fmla="*/ 417640 h 549550"/>
                <a:gd name="connsiteX12" fmla="*/ 408901 w 497126"/>
                <a:gd name="connsiteY12" fmla="*/ 368810 h 549550"/>
                <a:gd name="connsiteX13" fmla="*/ 369471 w 497126"/>
                <a:gd name="connsiteY13" fmla="*/ 421257 h 549550"/>
                <a:gd name="connsiteX14" fmla="*/ 318595 w 497126"/>
                <a:gd name="connsiteY14" fmla="*/ 450358 h 549550"/>
                <a:gd name="connsiteX15" fmla="*/ 258354 w 497126"/>
                <a:gd name="connsiteY15" fmla="*/ 459181 h 549550"/>
                <a:gd name="connsiteX16" fmla="*/ 178507 w 497126"/>
                <a:gd name="connsiteY16" fmla="*/ 438247 h 549550"/>
                <a:gd name="connsiteX17" fmla="*/ 123031 w 497126"/>
                <a:gd name="connsiteY17" fmla="*/ 376373 h 549550"/>
                <a:gd name="connsiteX18" fmla="*/ 103700 w 497126"/>
                <a:gd name="connsiteY18" fmla="*/ 297949 h 549550"/>
                <a:gd name="connsiteX19" fmla="*/ 496140 w 497126"/>
                <a:gd name="connsiteY19" fmla="*/ 297949 h 549550"/>
                <a:gd name="connsiteX20" fmla="*/ 497126 w 497126"/>
                <a:gd name="connsiteY20" fmla="*/ 283371 h 549550"/>
                <a:gd name="connsiteX21" fmla="*/ 497126 w 497126"/>
                <a:gd name="connsiteY21" fmla="*/ 269890 h 549550"/>
                <a:gd name="connsiteX22" fmla="*/ 465473 w 497126"/>
                <a:gd name="connsiteY22" fmla="*/ 128167 h 549550"/>
                <a:gd name="connsiteX23" fmla="*/ 378781 w 497126"/>
                <a:gd name="connsiteY23" fmla="*/ 33796 h 549550"/>
                <a:gd name="connsiteX24" fmla="*/ 142746 w 497126"/>
                <a:gd name="connsiteY24" fmla="*/ 134525 h 549550"/>
                <a:gd name="connsiteX25" fmla="*/ 189953 w 497126"/>
                <a:gd name="connsiteY25" fmla="*/ 98190 h 549550"/>
                <a:gd name="connsiteX26" fmla="*/ 252166 w 497126"/>
                <a:gd name="connsiteY26" fmla="*/ 86188 h 549550"/>
                <a:gd name="connsiteX27" fmla="*/ 354410 w 497126"/>
                <a:gd name="connsiteY27" fmla="*/ 131894 h 549550"/>
                <a:gd name="connsiteX28" fmla="*/ 391103 w 497126"/>
                <a:gd name="connsiteY28" fmla="*/ 222265 h 549550"/>
                <a:gd name="connsiteX29" fmla="*/ 106712 w 497126"/>
                <a:gd name="connsiteY29" fmla="*/ 222265 h 549550"/>
                <a:gd name="connsiteX30" fmla="*/ 113174 w 497126"/>
                <a:gd name="connsiteY30" fmla="*/ 193713 h 549550"/>
                <a:gd name="connsiteX31" fmla="*/ 142746 w 497126"/>
                <a:gd name="connsiteY31" fmla="*/ 134525 h 54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126" h="549550">
                  <a:moveTo>
                    <a:pt x="378781" y="33796"/>
                  </a:moveTo>
                  <a:cubicBezTo>
                    <a:pt x="340944" y="10959"/>
                    <a:pt x="297439" y="-742"/>
                    <a:pt x="253261" y="36"/>
                  </a:cubicBezTo>
                  <a:cubicBezTo>
                    <a:pt x="218244" y="-408"/>
                    <a:pt x="183491" y="6114"/>
                    <a:pt x="151016" y="19218"/>
                  </a:cubicBezTo>
                  <a:cubicBezTo>
                    <a:pt x="120561" y="31861"/>
                    <a:pt x="93152" y="50861"/>
                    <a:pt x="70622" y="74953"/>
                  </a:cubicBezTo>
                  <a:cubicBezTo>
                    <a:pt x="47336" y="99905"/>
                    <a:pt x="29488" y="129428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145" y="538411"/>
                    <a:pt x="211481" y="550452"/>
                    <a:pt x="258463" y="549498"/>
                  </a:cubicBezTo>
                  <a:cubicBezTo>
                    <a:pt x="288496" y="549553"/>
                    <a:pt x="318370" y="545174"/>
                    <a:pt x="347127" y="536509"/>
                  </a:cubicBezTo>
                  <a:cubicBezTo>
                    <a:pt x="376015" y="527790"/>
                    <a:pt x="402844" y="513306"/>
                    <a:pt x="425987" y="493927"/>
                  </a:cubicBezTo>
                  <a:cubicBezTo>
                    <a:pt x="451174" y="472597"/>
                    <a:pt x="472126" y="446719"/>
                    <a:pt x="487761" y="417640"/>
                  </a:cubicBezTo>
                  <a:lnTo>
                    <a:pt x="408901" y="368810"/>
                  </a:lnTo>
                  <a:cubicBezTo>
                    <a:pt x="399109" y="388578"/>
                    <a:pt x="385741" y="406362"/>
                    <a:pt x="369471" y="421257"/>
                  </a:cubicBezTo>
                  <a:cubicBezTo>
                    <a:pt x="354755" y="434443"/>
                    <a:pt x="337417" y="444363"/>
                    <a:pt x="318595" y="450358"/>
                  </a:cubicBezTo>
                  <a:cubicBezTo>
                    <a:pt x="299082" y="456365"/>
                    <a:pt x="278765" y="459340"/>
                    <a:pt x="258354" y="459181"/>
                  </a:cubicBezTo>
                  <a:cubicBezTo>
                    <a:pt x="230331" y="459598"/>
                    <a:pt x="202724" y="452358"/>
                    <a:pt x="178507" y="438247"/>
                  </a:cubicBezTo>
                  <a:cubicBezTo>
                    <a:pt x="154280" y="423597"/>
                    <a:pt x="134964" y="402060"/>
                    <a:pt x="123031" y="376373"/>
                  </a:cubicBezTo>
                  <a:cubicBezTo>
                    <a:pt x="111580" y="351728"/>
                    <a:pt x="105014" y="325093"/>
                    <a:pt x="103700" y="297949"/>
                  </a:cubicBezTo>
                  <a:lnTo>
                    <a:pt x="496140" y="297949"/>
                  </a:lnTo>
                  <a:cubicBezTo>
                    <a:pt x="496798" y="293115"/>
                    <a:pt x="497126" y="288249"/>
                    <a:pt x="497126" y="283371"/>
                  </a:cubicBezTo>
                  <a:lnTo>
                    <a:pt x="497126" y="269890"/>
                  </a:lnTo>
                  <a:cubicBezTo>
                    <a:pt x="497126" y="215892"/>
                    <a:pt x="486573" y="168651"/>
                    <a:pt x="465473" y="128167"/>
                  </a:cubicBezTo>
                  <a:cubicBezTo>
                    <a:pt x="445845" y="89301"/>
                    <a:pt x="415834" y="56632"/>
                    <a:pt x="378781" y="33796"/>
                  </a:cubicBezTo>
                  <a:close/>
                  <a:moveTo>
                    <a:pt x="142746" y="134525"/>
                  </a:moveTo>
                  <a:cubicBezTo>
                    <a:pt x="155112" y="118566"/>
                    <a:pt x="171366" y="106054"/>
                    <a:pt x="189953" y="98190"/>
                  </a:cubicBezTo>
                  <a:cubicBezTo>
                    <a:pt x="209663" y="90013"/>
                    <a:pt x="230829" y="85930"/>
                    <a:pt x="252166" y="86188"/>
                  </a:cubicBezTo>
                  <a:cubicBezTo>
                    <a:pt x="291399" y="85179"/>
                    <a:pt x="328983" y="101977"/>
                    <a:pt x="354410" y="131894"/>
                  </a:cubicBezTo>
                  <a:cubicBezTo>
                    <a:pt x="373430" y="153815"/>
                    <a:pt x="385665" y="183941"/>
                    <a:pt x="39110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8" name="Forma libre 37">
              <a:extLst>
                <a:ext uri="{FF2B5EF4-FFF2-40B4-BE49-F238E27FC236}">
                  <a16:creationId xmlns:a16="http://schemas.microsoft.com/office/drawing/2014/main" id="{B95CCAAB-C04B-050F-097A-BD865D37A111}"/>
                </a:ext>
              </a:extLst>
            </p:cNvPr>
            <p:cNvSpPr/>
            <p:nvPr/>
          </p:nvSpPr>
          <p:spPr>
            <a:xfrm>
              <a:off x="6265080" y="6490878"/>
              <a:ext cx="534598" cy="549349"/>
            </a:xfrm>
            <a:custGeom>
              <a:avLst/>
              <a:gdLst>
                <a:gd name="connsiteX0" fmla="*/ 404672 w 534598"/>
                <a:gd name="connsiteY0" fmla="*/ 34303 h 549349"/>
                <a:gd name="connsiteX1" fmla="*/ 266721 w 534598"/>
                <a:gd name="connsiteY1" fmla="*/ 51 h 549349"/>
                <a:gd name="connsiteX2" fmla="*/ 160862 w 534598"/>
                <a:gd name="connsiteY2" fmla="*/ 19780 h 549349"/>
                <a:gd name="connsiteX3" fmla="*/ 75813 w 534598"/>
                <a:gd name="connsiteY3" fmla="*/ 76393 h 549349"/>
                <a:gd name="connsiteX4" fmla="*/ 19734 w 534598"/>
                <a:gd name="connsiteY4" fmla="*/ 163585 h 549349"/>
                <a:gd name="connsiteX5" fmla="*/ 19 w 534598"/>
                <a:gd name="connsiteY5" fmla="*/ 274179 h 549349"/>
                <a:gd name="connsiteX6" fmla="*/ 34794 w 534598"/>
                <a:gd name="connsiteY6" fmla="*/ 417491 h 549349"/>
                <a:gd name="connsiteX7" fmla="*/ 130248 w 534598"/>
                <a:gd name="connsiteY7" fmla="*/ 514548 h 549349"/>
                <a:gd name="connsiteX8" fmla="*/ 373566 w 534598"/>
                <a:gd name="connsiteY8" fmla="*/ 529126 h 549349"/>
                <a:gd name="connsiteX9" fmla="*/ 458834 w 534598"/>
                <a:gd name="connsiteY9" fmla="*/ 472513 h 549349"/>
                <a:gd name="connsiteX10" fmla="*/ 514858 w 534598"/>
                <a:gd name="connsiteY10" fmla="*/ 385814 h 549349"/>
                <a:gd name="connsiteX11" fmla="*/ 534574 w 534598"/>
                <a:gd name="connsiteY11" fmla="*/ 274179 h 549349"/>
                <a:gd name="connsiteX12" fmla="*/ 499798 w 534598"/>
                <a:gd name="connsiteY12" fmla="*/ 130374 h 549349"/>
                <a:gd name="connsiteX13" fmla="*/ 404672 w 534598"/>
                <a:gd name="connsiteY13" fmla="*/ 34303 h 549349"/>
                <a:gd name="connsiteX14" fmla="*/ 418199 w 534598"/>
                <a:gd name="connsiteY14" fmla="*/ 351014 h 549349"/>
                <a:gd name="connsiteX15" fmla="*/ 383917 w 534598"/>
                <a:gd name="connsiteY15" fmla="*/ 408667 h 549349"/>
                <a:gd name="connsiteX16" fmla="*/ 332055 w 534598"/>
                <a:gd name="connsiteY16" fmla="*/ 444454 h 549349"/>
                <a:gd name="connsiteX17" fmla="*/ 266721 w 534598"/>
                <a:gd name="connsiteY17" fmla="*/ 456949 h 549349"/>
                <a:gd name="connsiteX18" fmla="*/ 184191 w 534598"/>
                <a:gd name="connsiteY18" fmla="*/ 435028 h 549349"/>
                <a:gd name="connsiteX19" fmla="*/ 126086 w 534598"/>
                <a:gd name="connsiteY19" fmla="*/ 372168 h 549349"/>
                <a:gd name="connsiteX20" fmla="*/ 104838 w 534598"/>
                <a:gd name="connsiteY20" fmla="*/ 274069 h 549349"/>
                <a:gd name="connsiteX21" fmla="*/ 116776 w 534598"/>
                <a:gd name="connsiteY21" fmla="*/ 197344 h 549349"/>
                <a:gd name="connsiteX22" fmla="*/ 150511 w 534598"/>
                <a:gd name="connsiteY22" fmla="*/ 140239 h 549349"/>
                <a:gd name="connsiteX23" fmla="*/ 202373 w 534598"/>
                <a:gd name="connsiteY23" fmla="*/ 104397 h 549349"/>
                <a:gd name="connsiteX24" fmla="*/ 266721 w 534598"/>
                <a:gd name="connsiteY24" fmla="*/ 92450 h 549349"/>
                <a:gd name="connsiteX25" fmla="*/ 351277 w 534598"/>
                <a:gd name="connsiteY25" fmla="*/ 114372 h 549349"/>
                <a:gd name="connsiteX26" fmla="*/ 409546 w 534598"/>
                <a:gd name="connsiteY26" fmla="*/ 176574 h 549349"/>
                <a:gd name="connsiteX27" fmla="*/ 430850 w 534598"/>
                <a:gd name="connsiteY27" fmla="*/ 274179 h 549349"/>
                <a:gd name="connsiteX28" fmla="*/ 418199 w 534598"/>
                <a:gd name="connsiteY28" fmla="*/ 351014 h 54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4598" h="549349">
                  <a:moveTo>
                    <a:pt x="404672" y="34303"/>
                  </a:moveTo>
                  <a:cubicBezTo>
                    <a:pt x="362504" y="10935"/>
                    <a:pt x="314914" y="-881"/>
                    <a:pt x="266721" y="51"/>
                  </a:cubicBezTo>
                  <a:cubicBezTo>
                    <a:pt x="230489" y="-294"/>
                    <a:pt x="194542" y="6408"/>
                    <a:pt x="160862" y="19780"/>
                  </a:cubicBezTo>
                  <a:cubicBezTo>
                    <a:pt x="128896" y="32544"/>
                    <a:pt x="99931" y="51824"/>
                    <a:pt x="75813" y="76393"/>
                  </a:cubicBezTo>
                  <a:cubicBezTo>
                    <a:pt x="51344" y="101301"/>
                    <a:pt x="32253" y="130982"/>
                    <a:pt x="19734" y="163585"/>
                  </a:cubicBezTo>
                  <a:cubicBezTo>
                    <a:pt x="6284" y="198884"/>
                    <a:pt x="-403" y="236403"/>
                    <a:pt x="19" y="274179"/>
                  </a:cubicBezTo>
                  <a:cubicBezTo>
                    <a:pt x="19" y="328177"/>
                    <a:pt x="11612" y="375949"/>
                    <a:pt x="34794" y="417491"/>
                  </a:cubicBezTo>
                  <a:cubicBezTo>
                    <a:pt x="57018" y="458067"/>
                    <a:pt x="90062" y="491667"/>
                    <a:pt x="130248" y="514548"/>
                  </a:cubicBezTo>
                  <a:cubicBezTo>
                    <a:pt x="205215" y="555163"/>
                    <a:pt x="294295" y="560501"/>
                    <a:pt x="373566" y="529126"/>
                  </a:cubicBezTo>
                  <a:cubicBezTo>
                    <a:pt x="405444" y="516071"/>
                    <a:pt x="434426" y="496830"/>
                    <a:pt x="458834" y="472513"/>
                  </a:cubicBezTo>
                  <a:cubicBezTo>
                    <a:pt x="483341" y="447835"/>
                    <a:pt x="502421" y="418302"/>
                    <a:pt x="514858" y="385814"/>
                  </a:cubicBezTo>
                  <a:cubicBezTo>
                    <a:pt x="528374" y="350170"/>
                    <a:pt x="535061" y="312300"/>
                    <a:pt x="534574" y="274179"/>
                  </a:cubicBezTo>
                  <a:cubicBezTo>
                    <a:pt x="534574" y="219375"/>
                    <a:pt x="522980" y="171439"/>
                    <a:pt x="499798" y="130374"/>
                  </a:cubicBezTo>
                  <a:cubicBezTo>
                    <a:pt x="477586" y="90159"/>
                    <a:pt x="444656" y="56899"/>
                    <a:pt x="404672" y="34303"/>
                  </a:cubicBezTo>
                  <a:close/>
                  <a:moveTo>
                    <a:pt x="418199" y="351014"/>
                  </a:moveTo>
                  <a:cubicBezTo>
                    <a:pt x="410812" y="372365"/>
                    <a:pt x="399141" y="391985"/>
                    <a:pt x="383917" y="408667"/>
                  </a:cubicBezTo>
                  <a:cubicBezTo>
                    <a:pt x="369426" y="424220"/>
                    <a:pt x="351732" y="436431"/>
                    <a:pt x="332055" y="444454"/>
                  </a:cubicBezTo>
                  <a:cubicBezTo>
                    <a:pt x="311321" y="452916"/>
                    <a:pt x="289114" y="457163"/>
                    <a:pt x="266721" y="456949"/>
                  </a:cubicBezTo>
                  <a:cubicBezTo>
                    <a:pt x="237729" y="457300"/>
                    <a:pt x="209191" y="449721"/>
                    <a:pt x="184191" y="435028"/>
                  </a:cubicBezTo>
                  <a:cubicBezTo>
                    <a:pt x="159235" y="420044"/>
                    <a:pt x="139076" y="398233"/>
                    <a:pt x="126086" y="372168"/>
                  </a:cubicBezTo>
                  <a:cubicBezTo>
                    <a:pt x="111919" y="344804"/>
                    <a:pt x="104838" y="312103"/>
                    <a:pt x="104838" y="274069"/>
                  </a:cubicBezTo>
                  <a:cubicBezTo>
                    <a:pt x="104361" y="247994"/>
                    <a:pt x="108398" y="222039"/>
                    <a:pt x="116776" y="197344"/>
                  </a:cubicBezTo>
                  <a:cubicBezTo>
                    <a:pt x="124099" y="176245"/>
                    <a:pt x="135566" y="156828"/>
                    <a:pt x="150511" y="140239"/>
                  </a:cubicBezTo>
                  <a:cubicBezTo>
                    <a:pt x="164794" y="124439"/>
                    <a:pt x="182548" y="112168"/>
                    <a:pt x="202373" y="104397"/>
                  </a:cubicBezTo>
                  <a:cubicBezTo>
                    <a:pt x="222866" y="96358"/>
                    <a:pt x="244706" y="92302"/>
                    <a:pt x="266721" y="92450"/>
                  </a:cubicBezTo>
                  <a:cubicBezTo>
                    <a:pt x="296370" y="91929"/>
                    <a:pt x="325604" y="99509"/>
                    <a:pt x="351277" y="114372"/>
                  </a:cubicBezTo>
                  <a:cubicBezTo>
                    <a:pt x="376184" y="129179"/>
                    <a:pt x="396387" y="150750"/>
                    <a:pt x="409546" y="176574"/>
                  </a:cubicBezTo>
                  <a:cubicBezTo>
                    <a:pt x="423731" y="203537"/>
                    <a:pt x="430850" y="236145"/>
                    <a:pt x="430850" y="274179"/>
                  </a:cubicBezTo>
                  <a:cubicBezTo>
                    <a:pt x="431167" y="300337"/>
                    <a:pt x="426885" y="326341"/>
                    <a:pt x="418199" y="351014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69" name="Forma libre 38">
              <a:extLst>
                <a:ext uri="{FF2B5EF4-FFF2-40B4-BE49-F238E27FC236}">
                  <a16:creationId xmlns:a16="http://schemas.microsoft.com/office/drawing/2014/main" id="{85847E80-2258-9645-E2EF-3224200A0E19}"/>
                </a:ext>
              </a:extLst>
            </p:cNvPr>
            <p:cNvSpPr/>
            <p:nvPr/>
          </p:nvSpPr>
          <p:spPr>
            <a:xfrm>
              <a:off x="6843544" y="6490893"/>
              <a:ext cx="497071" cy="549387"/>
            </a:xfrm>
            <a:custGeom>
              <a:avLst/>
              <a:gdLst>
                <a:gd name="connsiteX0" fmla="*/ 378726 w 497071"/>
                <a:gd name="connsiteY0" fmla="*/ 33796 h 549387"/>
                <a:gd name="connsiteX1" fmla="*/ 253206 w 497071"/>
                <a:gd name="connsiteY1" fmla="*/ 36 h 549387"/>
                <a:gd name="connsiteX2" fmla="*/ 150961 w 497071"/>
                <a:gd name="connsiteY2" fmla="*/ 19218 h 549387"/>
                <a:gd name="connsiteX3" fmla="*/ 70622 w 497071"/>
                <a:gd name="connsiteY3" fmla="*/ 74953 h 549387"/>
                <a:gd name="connsiteX4" fmla="*/ 18212 w 497071"/>
                <a:gd name="connsiteY4" fmla="*/ 161652 h 549387"/>
                <a:gd name="connsiteX5" fmla="*/ 30 w 497071"/>
                <a:gd name="connsiteY5" fmla="*/ 274329 h 549387"/>
                <a:gd name="connsiteX6" fmla="*/ 33272 w 497071"/>
                <a:gd name="connsiteY6" fmla="*/ 418133 h 549387"/>
                <a:gd name="connsiteX7" fmla="*/ 124565 w 497071"/>
                <a:gd name="connsiteY7" fmla="*/ 514698 h 549387"/>
                <a:gd name="connsiteX8" fmla="*/ 258244 w 497071"/>
                <a:gd name="connsiteY8" fmla="*/ 549333 h 549387"/>
                <a:gd name="connsiteX9" fmla="*/ 347017 w 497071"/>
                <a:gd name="connsiteY9" fmla="*/ 536345 h 549387"/>
                <a:gd name="connsiteX10" fmla="*/ 425878 w 497071"/>
                <a:gd name="connsiteY10" fmla="*/ 493763 h 549387"/>
                <a:gd name="connsiteX11" fmla="*/ 487597 w 497071"/>
                <a:gd name="connsiteY11" fmla="*/ 417476 h 549387"/>
                <a:gd name="connsiteX12" fmla="*/ 408737 w 497071"/>
                <a:gd name="connsiteY12" fmla="*/ 368646 h 549387"/>
                <a:gd name="connsiteX13" fmla="*/ 369306 w 497071"/>
                <a:gd name="connsiteY13" fmla="*/ 421093 h 549387"/>
                <a:gd name="connsiteX14" fmla="*/ 318430 w 497071"/>
                <a:gd name="connsiteY14" fmla="*/ 450194 h 549387"/>
                <a:gd name="connsiteX15" fmla="*/ 258189 w 497071"/>
                <a:gd name="connsiteY15" fmla="*/ 459017 h 549387"/>
                <a:gd name="connsiteX16" fmla="*/ 178289 w 497071"/>
                <a:gd name="connsiteY16" fmla="*/ 438247 h 549387"/>
                <a:gd name="connsiteX17" fmla="*/ 123031 w 497071"/>
                <a:gd name="connsiteY17" fmla="*/ 376373 h 549387"/>
                <a:gd name="connsiteX18" fmla="*/ 103700 w 497071"/>
                <a:gd name="connsiteY18" fmla="*/ 297949 h 549387"/>
                <a:gd name="connsiteX19" fmla="*/ 496031 w 497071"/>
                <a:gd name="connsiteY19" fmla="*/ 297949 h 549387"/>
                <a:gd name="connsiteX20" fmla="*/ 497071 w 497071"/>
                <a:gd name="connsiteY20" fmla="*/ 283371 h 549387"/>
                <a:gd name="connsiteX21" fmla="*/ 497071 w 497071"/>
                <a:gd name="connsiteY21" fmla="*/ 269890 h 549387"/>
                <a:gd name="connsiteX22" fmla="*/ 465418 w 497071"/>
                <a:gd name="connsiteY22" fmla="*/ 128167 h 549387"/>
                <a:gd name="connsiteX23" fmla="*/ 378726 w 497071"/>
                <a:gd name="connsiteY23" fmla="*/ 33796 h 549387"/>
                <a:gd name="connsiteX24" fmla="*/ 142692 w 497071"/>
                <a:gd name="connsiteY24" fmla="*/ 134525 h 549387"/>
                <a:gd name="connsiteX25" fmla="*/ 189844 w 497071"/>
                <a:gd name="connsiteY25" fmla="*/ 98190 h 549387"/>
                <a:gd name="connsiteX26" fmla="*/ 252166 w 497071"/>
                <a:gd name="connsiteY26" fmla="*/ 86188 h 549387"/>
                <a:gd name="connsiteX27" fmla="*/ 354356 w 497071"/>
                <a:gd name="connsiteY27" fmla="*/ 131894 h 549387"/>
                <a:gd name="connsiteX28" fmla="*/ 390993 w 497071"/>
                <a:gd name="connsiteY28" fmla="*/ 222265 h 549387"/>
                <a:gd name="connsiteX29" fmla="*/ 106712 w 497071"/>
                <a:gd name="connsiteY29" fmla="*/ 222265 h 549387"/>
                <a:gd name="connsiteX30" fmla="*/ 113174 w 497071"/>
                <a:gd name="connsiteY30" fmla="*/ 193713 h 549387"/>
                <a:gd name="connsiteX31" fmla="*/ 142746 w 497071"/>
                <a:gd name="connsiteY31" fmla="*/ 134525 h 5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7071" h="549387">
                  <a:moveTo>
                    <a:pt x="378726" y="33796"/>
                  </a:moveTo>
                  <a:cubicBezTo>
                    <a:pt x="340889" y="10959"/>
                    <a:pt x="297384" y="-742"/>
                    <a:pt x="253206" y="36"/>
                  </a:cubicBezTo>
                  <a:cubicBezTo>
                    <a:pt x="218190" y="-402"/>
                    <a:pt x="183436" y="6120"/>
                    <a:pt x="150961" y="19218"/>
                  </a:cubicBezTo>
                  <a:cubicBezTo>
                    <a:pt x="120529" y="31866"/>
                    <a:pt x="93135" y="50872"/>
                    <a:pt x="70622" y="74953"/>
                  </a:cubicBezTo>
                  <a:cubicBezTo>
                    <a:pt x="47319" y="99894"/>
                    <a:pt x="29466" y="129422"/>
                    <a:pt x="18212" y="161652"/>
                  </a:cubicBezTo>
                  <a:cubicBezTo>
                    <a:pt x="5666" y="197872"/>
                    <a:pt x="-490" y="235999"/>
                    <a:pt x="30" y="274329"/>
                  </a:cubicBezTo>
                  <a:cubicBezTo>
                    <a:pt x="30" y="329132"/>
                    <a:pt x="11109" y="377069"/>
                    <a:pt x="33272" y="418133"/>
                  </a:cubicBezTo>
                  <a:cubicBezTo>
                    <a:pt x="54231" y="458124"/>
                    <a:pt x="85824" y="491543"/>
                    <a:pt x="124565" y="514698"/>
                  </a:cubicBezTo>
                  <a:cubicBezTo>
                    <a:pt x="165096" y="538318"/>
                    <a:pt x="211350" y="550304"/>
                    <a:pt x="258244" y="549333"/>
                  </a:cubicBezTo>
                  <a:cubicBezTo>
                    <a:pt x="288310" y="549388"/>
                    <a:pt x="318222" y="545009"/>
                    <a:pt x="347017" y="536345"/>
                  </a:cubicBezTo>
                  <a:cubicBezTo>
                    <a:pt x="375894" y="527587"/>
                    <a:pt x="402713" y="513108"/>
                    <a:pt x="425878" y="493763"/>
                  </a:cubicBezTo>
                  <a:cubicBezTo>
                    <a:pt x="451031" y="472411"/>
                    <a:pt x="471962" y="446538"/>
                    <a:pt x="487597" y="417476"/>
                  </a:cubicBezTo>
                  <a:lnTo>
                    <a:pt x="408737" y="368646"/>
                  </a:lnTo>
                  <a:cubicBezTo>
                    <a:pt x="398928" y="388403"/>
                    <a:pt x="385560" y="406186"/>
                    <a:pt x="369306" y="421093"/>
                  </a:cubicBezTo>
                  <a:cubicBezTo>
                    <a:pt x="354580" y="434268"/>
                    <a:pt x="337247" y="444182"/>
                    <a:pt x="318430" y="450194"/>
                  </a:cubicBezTo>
                  <a:cubicBezTo>
                    <a:pt x="298918" y="456195"/>
                    <a:pt x="278600" y="459171"/>
                    <a:pt x="258189" y="459017"/>
                  </a:cubicBezTo>
                  <a:cubicBezTo>
                    <a:pt x="230167" y="459472"/>
                    <a:pt x="202549" y="452293"/>
                    <a:pt x="178289" y="438247"/>
                  </a:cubicBezTo>
                  <a:cubicBezTo>
                    <a:pt x="154143" y="423565"/>
                    <a:pt x="134910" y="402027"/>
                    <a:pt x="123031" y="376373"/>
                  </a:cubicBezTo>
                  <a:cubicBezTo>
                    <a:pt x="111553" y="351739"/>
                    <a:pt x="104986" y="325099"/>
                    <a:pt x="103700" y="297949"/>
                  </a:cubicBezTo>
                  <a:lnTo>
                    <a:pt x="496031" y="297949"/>
                  </a:lnTo>
                  <a:cubicBezTo>
                    <a:pt x="496732" y="293121"/>
                    <a:pt x="497082" y="288249"/>
                    <a:pt x="497071" y="283371"/>
                  </a:cubicBezTo>
                  <a:lnTo>
                    <a:pt x="497071" y="269890"/>
                  </a:lnTo>
                  <a:cubicBezTo>
                    <a:pt x="497071" y="215892"/>
                    <a:pt x="486518" y="168651"/>
                    <a:pt x="465418" y="128167"/>
                  </a:cubicBezTo>
                  <a:cubicBezTo>
                    <a:pt x="445790" y="89301"/>
                    <a:pt x="415779" y="56632"/>
                    <a:pt x="378726" y="33796"/>
                  </a:cubicBezTo>
                  <a:close/>
                  <a:moveTo>
                    <a:pt x="142692" y="134525"/>
                  </a:moveTo>
                  <a:cubicBezTo>
                    <a:pt x="155046" y="118577"/>
                    <a:pt x="171284" y="106071"/>
                    <a:pt x="189844" y="98190"/>
                  </a:cubicBezTo>
                  <a:cubicBezTo>
                    <a:pt x="209592" y="90013"/>
                    <a:pt x="230796" y="85930"/>
                    <a:pt x="252166" y="86188"/>
                  </a:cubicBezTo>
                  <a:cubicBezTo>
                    <a:pt x="291377" y="85201"/>
                    <a:pt x="328934" y="101999"/>
                    <a:pt x="354356" y="131894"/>
                  </a:cubicBezTo>
                  <a:cubicBezTo>
                    <a:pt x="373414" y="153815"/>
                    <a:pt x="385626" y="183941"/>
                    <a:pt x="390993" y="222265"/>
                  </a:cubicBezTo>
                  <a:lnTo>
                    <a:pt x="106712" y="222265"/>
                  </a:lnTo>
                  <a:cubicBezTo>
                    <a:pt x="108245" y="212620"/>
                    <a:pt x="110403" y="203078"/>
                    <a:pt x="113174" y="193713"/>
                  </a:cubicBezTo>
                  <a:cubicBezTo>
                    <a:pt x="119165" y="172273"/>
                    <a:pt x="129203" y="152182"/>
                    <a:pt x="142746" y="134525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0" name="Forma libre 39">
              <a:extLst>
                <a:ext uri="{FF2B5EF4-FFF2-40B4-BE49-F238E27FC236}">
                  <a16:creationId xmlns:a16="http://schemas.microsoft.com/office/drawing/2014/main" id="{F5655611-A1A4-A5D6-71EF-56424603BDAF}"/>
                </a:ext>
              </a:extLst>
            </p:cNvPr>
            <p:cNvSpPr/>
            <p:nvPr/>
          </p:nvSpPr>
          <p:spPr>
            <a:xfrm>
              <a:off x="7406004" y="6490886"/>
              <a:ext cx="452469" cy="538160"/>
            </a:xfrm>
            <a:custGeom>
              <a:avLst/>
              <a:gdLst>
                <a:gd name="connsiteX0" fmla="*/ 357994 w 452469"/>
                <a:gd name="connsiteY0" fmla="*/ 24979 h 538160"/>
                <a:gd name="connsiteX1" fmla="*/ 257337 w 452469"/>
                <a:gd name="connsiteY1" fmla="*/ 43 h 538160"/>
                <a:gd name="connsiteX2" fmla="*/ 156133 w 452469"/>
                <a:gd name="connsiteY2" fmla="*/ 28596 h 538160"/>
                <a:gd name="connsiteX3" fmla="*/ 101697 w 452469"/>
                <a:gd name="connsiteY3" fmla="*/ 88442 h 538160"/>
                <a:gd name="connsiteX4" fmla="*/ 101697 w 452469"/>
                <a:gd name="connsiteY4" fmla="*/ 10401 h 538160"/>
                <a:gd name="connsiteX5" fmla="*/ 0 w 452469"/>
                <a:gd name="connsiteY5" fmla="*/ 10401 h 538160"/>
                <a:gd name="connsiteX6" fmla="*/ 0 w 452469"/>
                <a:gd name="connsiteY6" fmla="*/ 537941 h 538160"/>
                <a:gd name="connsiteX7" fmla="*/ 101697 w 452469"/>
                <a:gd name="connsiteY7" fmla="*/ 537941 h 538160"/>
                <a:gd name="connsiteX8" fmla="*/ 101697 w 452469"/>
                <a:gd name="connsiteY8" fmla="*/ 225560 h 538160"/>
                <a:gd name="connsiteX9" fmla="*/ 138554 w 452469"/>
                <a:gd name="connsiteY9" fmla="*/ 126421 h 538160"/>
                <a:gd name="connsiteX10" fmla="*/ 233460 w 452469"/>
                <a:gd name="connsiteY10" fmla="*/ 90579 h 538160"/>
                <a:gd name="connsiteX11" fmla="*/ 317524 w 452469"/>
                <a:gd name="connsiteY11" fmla="*/ 125873 h 538160"/>
                <a:gd name="connsiteX12" fmla="*/ 349670 w 452469"/>
                <a:gd name="connsiteY12" fmla="*/ 221450 h 538160"/>
                <a:gd name="connsiteX13" fmla="*/ 349670 w 452469"/>
                <a:gd name="connsiteY13" fmla="*/ 538160 h 538160"/>
                <a:gd name="connsiteX14" fmla="*/ 452408 w 452469"/>
                <a:gd name="connsiteY14" fmla="*/ 538160 h 538160"/>
                <a:gd name="connsiteX15" fmla="*/ 452408 w 452469"/>
                <a:gd name="connsiteY15" fmla="*/ 204571 h 538160"/>
                <a:gd name="connsiteX16" fmla="*/ 426998 w 452469"/>
                <a:gd name="connsiteY16" fmla="*/ 96059 h 538160"/>
                <a:gd name="connsiteX17" fmla="*/ 357994 w 452469"/>
                <a:gd name="connsiteY17" fmla="*/ 24979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469" h="538160">
                  <a:moveTo>
                    <a:pt x="357994" y="24979"/>
                  </a:moveTo>
                  <a:cubicBezTo>
                    <a:pt x="327233" y="7913"/>
                    <a:pt x="292502" y="-691"/>
                    <a:pt x="257337" y="43"/>
                  </a:cubicBezTo>
                  <a:cubicBezTo>
                    <a:pt x="221604" y="-44"/>
                    <a:pt x="186555" y="9842"/>
                    <a:pt x="156133" y="28596"/>
                  </a:cubicBezTo>
                  <a:cubicBezTo>
                    <a:pt x="132837" y="43163"/>
                    <a:pt x="114003" y="63868"/>
                    <a:pt x="101697" y="88442"/>
                  </a:cubicBezTo>
                  <a:lnTo>
                    <a:pt x="101697" y="10401"/>
                  </a:lnTo>
                  <a:lnTo>
                    <a:pt x="0" y="10401"/>
                  </a:lnTo>
                  <a:lnTo>
                    <a:pt x="0" y="537941"/>
                  </a:lnTo>
                  <a:lnTo>
                    <a:pt x="101697" y="537941"/>
                  </a:lnTo>
                  <a:lnTo>
                    <a:pt x="101697" y="225560"/>
                  </a:lnTo>
                  <a:cubicBezTo>
                    <a:pt x="101697" y="183362"/>
                    <a:pt x="113981" y="150315"/>
                    <a:pt x="138554" y="126421"/>
                  </a:cubicBezTo>
                  <a:cubicBezTo>
                    <a:pt x="163126" y="102526"/>
                    <a:pt x="194758" y="90579"/>
                    <a:pt x="233460" y="90579"/>
                  </a:cubicBezTo>
                  <a:cubicBezTo>
                    <a:pt x="268071" y="90579"/>
                    <a:pt x="296094" y="102345"/>
                    <a:pt x="317524" y="125873"/>
                  </a:cubicBezTo>
                  <a:cubicBezTo>
                    <a:pt x="338953" y="149400"/>
                    <a:pt x="349670" y="181263"/>
                    <a:pt x="349670" y="221450"/>
                  </a:cubicBezTo>
                  <a:lnTo>
                    <a:pt x="349670" y="538160"/>
                  </a:lnTo>
                  <a:lnTo>
                    <a:pt x="452408" y="538160"/>
                  </a:lnTo>
                  <a:lnTo>
                    <a:pt x="452408" y="204571"/>
                  </a:lnTo>
                  <a:cubicBezTo>
                    <a:pt x="453295" y="166827"/>
                    <a:pt x="444549" y="129479"/>
                    <a:pt x="426998" y="96059"/>
                  </a:cubicBezTo>
                  <a:cubicBezTo>
                    <a:pt x="411094" y="66372"/>
                    <a:pt x="387189" y="41743"/>
                    <a:pt x="357994" y="24979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1" name="Forma libre 40">
              <a:extLst>
                <a:ext uri="{FF2B5EF4-FFF2-40B4-BE49-F238E27FC236}">
                  <a16:creationId xmlns:a16="http://schemas.microsoft.com/office/drawing/2014/main" id="{FE810DF1-9FAD-89BB-4D81-2CE8CCF482C2}"/>
                </a:ext>
              </a:extLst>
            </p:cNvPr>
            <p:cNvSpPr/>
            <p:nvPr/>
          </p:nvSpPr>
          <p:spPr>
            <a:xfrm>
              <a:off x="7923877" y="6490894"/>
              <a:ext cx="496855" cy="549548"/>
            </a:xfrm>
            <a:custGeom>
              <a:avLst/>
              <a:gdLst>
                <a:gd name="connsiteX0" fmla="*/ 378674 w 496855"/>
                <a:gd name="connsiteY0" fmla="*/ 33794 h 549548"/>
                <a:gd name="connsiteX1" fmla="*/ 253100 w 496855"/>
                <a:gd name="connsiteY1" fmla="*/ 35 h 549548"/>
                <a:gd name="connsiteX2" fmla="*/ 150854 w 496855"/>
                <a:gd name="connsiteY2" fmla="*/ 19216 h 549548"/>
                <a:gd name="connsiteX3" fmla="*/ 70570 w 496855"/>
                <a:gd name="connsiteY3" fmla="*/ 74952 h 549548"/>
                <a:gd name="connsiteX4" fmla="*/ 18215 w 496855"/>
                <a:gd name="connsiteY4" fmla="*/ 161651 h 549548"/>
                <a:gd name="connsiteX5" fmla="*/ 34 w 496855"/>
                <a:gd name="connsiteY5" fmla="*/ 274327 h 549548"/>
                <a:gd name="connsiteX6" fmla="*/ 33221 w 496855"/>
                <a:gd name="connsiteY6" fmla="*/ 418132 h 549548"/>
                <a:gd name="connsiteX7" fmla="*/ 124513 w 496855"/>
                <a:gd name="connsiteY7" fmla="*/ 514696 h 549548"/>
                <a:gd name="connsiteX8" fmla="*/ 258412 w 496855"/>
                <a:gd name="connsiteY8" fmla="*/ 549496 h 549548"/>
                <a:gd name="connsiteX9" fmla="*/ 347130 w 496855"/>
                <a:gd name="connsiteY9" fmla="*/ 536508 h 549548"/>
                <a:gd name="connsiteX10" fmla="*/ 425991 w 496855"/>
                <a:gd name="connsiteY10" fmla="*/ 493926 h 549548"/>
                <a:gd name="connsiteX11" fmla="*/ 487710 w 496855"/>
                <a:gd name="connsiteY11" fmla="*/ 417639 h 549548"/>
                <a:gd name="connsiteX12" fmla="*/ 408849 w 496855"/>
                <a:gd name="connsiteY12" fmla="*/ 368809 h 549548"/>
                <a:gd name="connsiteX13" fmla="*/ 369419 w 496855"/>
                <a:gd name="connsiteY13" fmla="*/ 421256 h 549548"/>
                <a:gd name="connsiteX14" fmla="*/ 318598 w 496855"/>
                <a:gd name="connsiteY14" fmla="*/ 450357 h 549548"/>
                <a:gd name="connsiteX15" fmla="*/ 258357 w 496855"/>
                <a:gd name="connsiteY15" fmla="*/ 459180 h 549548"/>
                <a:gd name="connsiteX16" fmla="*/ 178456 w 496855"/>
                <a:gd name="connsiteY16" fmla="*/ 438409 h 549548"/>
                <a:gd name="connsiteX17" fmla="*/ 122870 w 496855"/>
                <a:gd name="connsiteY17" fmla="*/ 376372 h 549548"/>
                <a:gd name="connsiteX18" fmla="*/ 103429 w 496855"/>
                <a:gd name="connsiteY18" fmla="*/ 298057 h 549548"/>
                <a:gd name="connsiteX19" fmla="*/ 495815 w 496855"/>
                <a:gd name="connsiteY19" fmla="*/ 298057 h 549548"/>
                <a:gd name="connsiteX20" fmla="*/ 496856 w 496855"/>
                <a:gd name="connsiteY20" fmla="*/ 283479 h 549548"/>
                <a:gd name="connsiteX21" fmla="*/ 496856 w 496855"/>
                <a:gd name="connsiteY21" fmla="*/ 269998 h 549548"/>
                <a:gd name="connsiteX22" fmla="*/ 465202 w 496855"/>
                <a:gd name="connsiteY22" fmla="*/ 128276 h 549548"/>
                <a:gd name="connsiteX23" fmla="*/ 378674 w 496855"/>
                <a:gd name="connsiteY23" fmla="*/ 33794 h 549548"/>
                <a:gd name="connsiteX24" fmla="*/ 142585 w 496855"/>
                <a:gd name="connsiteY24" fmla="*/ 134523 h 549548"/>
                <a:gd name="connsiteX25" fmla="*/ 189792 w 496855"/>
                <a:gd name="connsiteY25" fmla="*/ 98188 h 549548"/>
                <a:gd name="connsiteX26" fmla="*/ 252059 w 496855"/>
                <a:gd name="connsiteY26" fmla="*/ 86186 h 549548"/>
                <a:gd name="connsiteX27" fmla="*/ 354249 w 496855"/>
                <a:gd name="connsiteY27" fmla="*/ 131893 h 549548"/>
                <a:gd name="connsiteX28" fmla="*/ 390941 w 496855"/>
                <a:gd name="connsiteY28" fmla="*/ 222264 h 549548"/>
                <a:gd name="connsiteX29" fmla="*/ 106550 w 496855"/>
                <a:gd name="connsiteY29" fmla="*/ 222264 h 549548"/>
                <a:gd name="connsiteX30" fmla="*/ 113012 w 496855"/>
                <a:gd name="connsiteY30" fmla="*/ 193711 h 549548"/>
                <a:gd name="connsiteX31" fmla="*/ 142585 w 496855"/>
                <a:gd name="connsiteY31" fmla="*/ 134523 h 54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96855" h="549548">
                  <a:moveTo>
                    <a:pt x="378674" y="33794"/>
                  </a:moveTo>
                  <a:cubicBezTo>
                    <a:pt x="340810" y="10968"/>
                    <a:pt x="297294" y="-727"/>
                    <a:pt x="253100" y="35"/>
                  </a:cubicBezTo>
                  <a:cubicBezTo>
                    <a:pt x="218089" y="-398"/>
                    <a:pt x="183335" y="6124"/>
                    <a:pt x="150854" y="19216"/>
                  </a:cubicBezTo>
                  <a:cubicBezTo>
                    <a:pt x="120439" y="31876"/>
                    <a:pt x="93067" y="50876"/>
                    <a:pt x="70570" y="74952"/>
                  </a:cubicBezTo>
                  <a:cubicBezTo>
                    <a:pt x="47301" y="99909"/>
                    <a:pt x="29475" y="129432"/>
                    <a:pt x="18215" y="161651"/>
                  </a:cubicBezTo>
                  <a:cubicBezTo>
                    <a:pt x="5636" y="197860"/>
                    <a:pt x="-514" y="235998"/>
                    <a:pt x="34" y="274327"/>
                  </a:cubicBezTo>
                  <a:cubicBezTo>
                    <a:pt x="34" y="329131"/>
                    <a:pt x="11096" y="377068"/>
                    <a:pt x="33221" y="418132"/>
                  </a:cubicBezTo>
                  <a:cubicBezTo>
                    <a:pt x="54196" y="458111"/>
                    <a:pt x="85784" y="491525"/>
                    <a:pt x="124513" y="514696"/>
                  </a:cubicBezTo>
                  <a:cubicBezTo>
                    <a:pt x="165093" y="538404"/>
                    <a:pt x="211429" y="550445"/>
                    <a:pt x="258412" y="549496"/>
                  </a:cubicBezTo>
                  <a:cubicBezTo>
                    <a:pt x="288461" y="549546"/>
                    <a:pt x="318357" y="545172"/>
                    <a:pt x="347130" y="536508"/>
                  </a:cubicBezTo>
                  <a:cubicBezTo>
                    <a:pt x="376012" y="527778"/>
                    <a:pt x="402825" y="513293"/>
                    <a:pt x="425991" y="493926"/>
                  </a:cubicBezTo>
                  <a:cubicBezTo>
                    <a:pt x="451127" y="472574"/>
                    <a:pt x="472102" y="446701"/>
                    <a:pt x="487710" y="417639"/>
                  </a:cubicBezTo>
                  <a:lnTo>
                    <a:pt x="408849" y="368809"/>
                  </a:lnTo>
                  <a:cubicBezTo>
                    <a:pt x="399101" y="388593"/>
                    <a:pt x="385706" y="406377"/>
                    <a:pt x="369419" y="421256"/>
                  </a:cubicBezTo>
                  <a:cubicBezTo>
                    <a:pt x="354726" y="434442"/>
                    <a:pt x="337404" y="444361"/>
                    <a:pt x="318598" y="450357"/>
                  </a:cubicBezTo>
                  <a:cubicBezTo>
                    <a:pt x="299085" y="456352"/>
                    <a:pt x="278768" y="459328"/>
                    <a:pt x="258357" y="459180"/>
                  </a:cubicBezTo>
                  <a:cubicBezTo>
                    <a:pt x="230334" y="459651"/>
                    <a:pt x="202711" y="452472"/>
                    <a:pt x="178456" y="438409"/>
                  </a:cubicBezTo>
                  <a:cubicBezTo>
                    <a:pt x="154162" y="423733"/>
                    <a:pt x="134808" y="402129"/>
                    <a:pt x="122870" y="376372"/>
                  </a:cubicBezTo>
                  <a:cubicBezTo>
                    <a:pt x="111391" y="351770"/>
                    <a:pt x="104792" y="325174"/>
                    <a:pt x="103429" y="298057"/>
                  </a:cubicBezTo>
                  <a:lnTo>
                    <a:pt x="495815" y="298057"/>
                  </a:lnTo>
                  <a:cubicBezTo>
                    <a:pt x="496472" y="293229"/>
                    <a:pt x="496856" y="288357"/>
                    <a:pt x="496856" y="283479"/>
                  </a:cubicBezTo>
                  <a:lnTo>
                    <a:pt x="496856" y="269998"/>
                  </a:lnTo>
                  <a:cubicBezTo>
                    <a:pt x="496856" y="216000"/>
                    <a:pt x="486286" y="168759"/>
                    <a:pt x="465202" y="128276"/>
                  </a:cubicBezTo>
                  <a:cubicBezTo>
                    <a:pt x="445596" y="89409"/>
                    <a:pt x="415640" y="56713"/>
                    <a:pt x="378674" y="33794"/>
                  </a:cubicBezTo>
                  <a:close/>
                  <a:moveTo>
                    <a:pt x="142585" y="134523"/>
                  </a:moveTo>
                  <a:cubicBezTo>
                    <a:pt x="154951" y="118564"/>
                    <a:pt x="171205" y="106053"/>
                    <a:pt x="189792" y="98188"/>
                  </a:cubicBezTo>
                  <a:cubicBezTo>
                    <a:pt x="209518" y="90006"/>
                    <a:pt x="230707" y="85923"/>
                    <a:pt x="252059" y="86186"/>
                  </a:cubicBezTo>
                  <a:cubicBezTo>
                    <a:pt x="291276" y="85183"/>
                    <a:pt x="328838" y="101986"/>
                    <a:pt x="354249" y="131893"/>
                  </a:cubicBezTo>
                  <a:cubicBezTo>
                    <a:pt x="373307" y="153814"/>
                    <a:pt x="385536" y="183940"/>
                    <a:pt x="390941" y="222264"/>
                  </a:cubicBezTo>
                  <a:lnTo>
                    <a:pt x="106550" y="222264"/>
                  </a:lnTo>
                  <a:cubicBezTo>
                    <a:pt x="108083" y="212618"/>
                    <a:pt x="110241" y="203077"/>
                    <a:pt x="113012" y="193711"/>
                  </a:cubicBezTo>
                  <a:cubicBezTo>
                    <a:pt x="119004" y="172272"/>
                    <a:pt x="129042" y="152181"/>
                    <a:pt x="142585" y="13452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2" name="Forma libre 41">
              <a:extLst>
                <a:ext uri="{FF2B5EF4-FFF2-40B4-BE49-F238E27FC236}">
                  <a16:creationId xmlns:a16="http://schemas.microsoft.com/office/drawing/2014/main" id="{F9B019C1-1210-256A-7EAA-83C1F0A4BCC5}"/>
                </a:ext>
              </a:extLst>
            </p:cNvPr>
            <p:cNvSpPr/>
            <p:nvPr/>
          </p:nvSpPr>
          <p:spPr>
            <a:xfrm>
              <a:off x="8486176" y="6490912"/>
              <a:ext cx="274971" cy="537914"/>
            </a:xfrm>
            <a:custGeom>
              <a:avLst/>
              <a:gdLst>
                <a:gd name="connsiteX0" fmla="*/ 161335 w 274971"/>
                <a:gd name="connsiteY0" fmla="*/ 23911 h 537914"/>
                <a:gd name="connsiteX1" fmla="*/ 101697 w 274971"/>
                <a:gd name="connsiteY1" fmla="*/ 96581 h 537914"/>
                <a:gd name="connsiteX2" fmla="*/ 101697 w 274971"/>
                <a:gd name="connsiteY2" fmla="*/ 10375 h 537914"/>
                <a:gd name="connsiteX3" fmla="*/ 0 w 274971"/>
                <a:gd name="connsiteY3" fmla="*/ 10375 h 537914"/>
                <a:gd name="connsiteX4" fmla="*/ 0 w 274971"/>
                <a:gd name="connsiteY4" fmla="*/ 537915 h 537914"/>
                <a:gd name="connsiteX5" fmla="*/ 101697 w 274971"/>
                <a:gd name="connsiteY5" fmla="*/ 537915 h 537914"/>
                <a:gd name="connsiteX6" fmla="*/ 101697 w 274971"/>
                <a:gd name="connsiteY6" fmla="*/ 256498 h 537914"/>
                <a:gd name="connsiteX7" fmla="*/ 135980 w 274971"/>
                <a:gd name="connsiteY7" fmla="*/ 148480 h 537914"/>
                <a:gd name="connsiteX8" fmla="*/ 223110 w 274971"/>
                <a:gd name="connsiteY8" fmla="*/ 107980 h 537914"/>
                <a:gd name="connsiteX9" fmla="*/ 274971 w 274971"/>
                <a:gd name="connsiteY9" fmla="*/ 107980 h 537914"/>
                <a:gd name="connsiteX10" fmla="*/ 274971 w 274971"/>
                <a:gd name="connsiteY10" fmla="*/ 17 h 537914"/>
                <a:gd name="connsiteX11" fmla="*/ 244851 w 274971"/>
                <a:gd name="connsiteY11" fmla="*/ 17 h 537914"/>
                <a:gd name="connsiteX12" fmla="*/ 161335 w 274971"/>
                <a:gd name="connsiteY12" fmla="*/ 23911 h 5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971" h="537914">
                  <a:moveTo>
                    <a:pt x="161335" y="23911"/>
                  </a:moveTo>
                  <a:cubicBezTo>
                    <a:pt x="136801" y="39804"/>
                    <a:pt x="116922" y="64028"/>
                    <a:pt x="101697" y="96581"/>
                  </a:cubicBezTo>
                  <a:lnTo>
                    <a:pt x="101697" y="10375"/>
                  </a:lnTo>
                  <a:lnTo>
                    <a:pt x="0" y="10375"/>
                  </a:lnTo>
                  <a:lnTo>
                    <a:pt x="0" y="537915"/>
                  </a:lnTo>
                  <a:lnTo>
                    <a:pt x="101697" y="537915"/>
                  </a:lnTo>
                  <a:lnTo>
                    <a:pt x="101697" y="256498"/>
                  </a:lnTo>
                  <a:cubicBezTo>
                    <a:pt x="101697" y="211521"/>
                    <a:pt x="113143" y="175515"/>
                    <a:pt x="135980" y="148480"/>
                  </a:cubicBezTo>
                  <a:cubicBezTo>
                    <a:pt x="157228" y="122273"/>
                    <a:pt x="189375" y="107333"/>
                    <a:pt x="223110" y="107980"/>
                  </a:cubicBezTo>
                  <a:lnTo>
                    <a:pt x="274971" y="107980"/>
                  </a:lnTo>
                  <a:lnTo>
                    <a:pt x="274971" y="17"/>
                  </a:lnTo>
                  <a:lnTo>
                    <a:pt x="244851" y="17"/>
                  </a:lnTo>
                  <a:cubicBezTo>
                    <a:pt x="215278" y="-427"/>
                    <a:pt x="186199" y="7887"/>
                    <a:pt x="161335" y="23911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3" name="Forma libre 42">
              <a:extLst>
                <a:ext uri="{FF2B5EF4-FFF2-40B4-BE49-F238E27FC236}">
                  <a16:creationId xmlns:a16="http://schemas.microsoft.com/office/drawing/2014/main" id="{66C681D1-E166-CC91-4C83-31BA6BA27133}"/>
                </a:ext>
              </a:extLst>
            </p:cNvPr>
            <p:cNvSpPr/>
            <p:nvPr/>
          </p:nvSpPr>
          <p:spPr>
            <a:xfrm>
              <a:off x="8761109" y="6490811"/>
              <a:ext cx="507210" cy="723020"/>
            </a:xfrm>
            <a:custGeom>
              <a:avLst/>
              <a:gdLst>
                <a:gd name="connsiteX0" fmla="*/ 404692 w 507210"/>
                <a:gd name="connsiteY0" fmla="*/ 99094 h 723020"/>
                <a:gd name="connsiteX1" fmla="*/ 393246 w 507210"/>
                <a:gd name="connsiteY1" fmla="*/ 80570 h 723020"/>
                <a:gd name="connsiteX2" fmla="*/ 329446 w 507210"/>
                <a:gd name="connsiteY2" fmla="*/ 21930 h 723020"/>
                <a:gd name="connsiteX3" fmla="*/ 234485 w 507210"/>
                <a:gd name="connsiteY3" fmla="*/ 9 h 723020"/>
                <a:gd name="connsiteX4" fmla="*/ 141385 w 507210"/>
                <a:gd name="connsiteY4" fmla="*/ 18697 h 723020"/>
                <a:gd name="connsiteX5" fmla="*/ 66687 w 507210"/>
                <a:gd name="connsiteY5" fmla="*/ 71144 h 723020"/>
                <a:gd name="connsiteX6" fmla="*/ 17399 w 507210"/>
                <a:gd name="connsiteY6" fmla="*/ 150554 h 723020"/>
                <a:gd name="connsiteX7" fmla="*/ 38 w 507210"/>
                <a:gd name="connsiteY7" fmla="*/ 250407 h 723020"/>
                <a:gd name="connsiteX8" fmla="*/ 31199 w 507210"/>
                <a:gd name="connsiteY8" fmla="*/ 378647 h 723020"/>
                <a:gd name="connsiteX9" fmla="*/ 115208 w 507210"/>
                <a:gd name="connsiteY9" fmla="*/ 467977 h 723020"/>
                <a:gd name="connsiteX10" fmla="*/ 234539 w 507210"/>
                <a:gd name="connsiteY10" fmla="*/ 500860 h 723020"/>
                <a:gd name="connsiteX11" fmla="*/ 329501 w 507210"/>
                <a:gd name="connsiteY11" fmla="*/ 478500 h 723020"/>
                <a:gd name="connsiteX12" fmla="*/ 393301 w 507210"/>
                <a:gd name="connsiteY12" fmla="*/ 419860 h 723020"/>
                <a:gd name="connsiteX13" fmla="*/ 404747 w 507210"/>
                <a:gd name="connsiteY13" fmla="*/ 401610 h 723020"/>
                <a:gd name="connsiteX14" fmla="*/ 404747 w 507210"/>
                <a:gd name="connsiteY14" fmla="*/ 475924 h 723020"/>
                <a:gd name="connsiteX15" fmla="*/ 382841 w 507210"/>
                <a:gd name="connsiteY15" fmla="*/ 562623 h 723020"/>
                <a:gd name="connsiteX16" fmla="*/ 324736 w 507210"/>
                <a:gd name="connsiteY16" fmla="*/ 615070 h 723020"/>
                <a:gd name="connsiteX17" fmla="*/ 244835 w 507210"/>
                <a:gd name="connsiteY17" fmla="*/ 632717 h 723020"/>
                <a:gd name="connsiteX18" fmla="*/ 153488 w 507210"/>
                <a:gd name="connsiteY18" fmla="*/ 608329 h 723020"/>
                <a:gd name="connsiteX19" fmla="*/ 86073 w 507210"/>
                <a:gd name="connsiteY19" fmla="*/ 540318 h 723020"/>
                <a:gd name="connsiteX20" fmla="*/ 14441 w 507210"/>
                <a:gd name="connsiteY20" fmla="*/ 597424 h 723020"/>
                <a:gd name="connsiteX21" fmla="*/ 75668 w 507210"/>
                <a:gd name="connsiteY21" fmla="*/ 669052 h 723020"/>
                <a:gd name="connsiteX22" fmla="*/ 155076 w 507210"/>
                <a:gd name="connsiteY22" fmla="*/ 710100 h 723020"/>
                <a:gd name="connsiteX23" fmla="*/ 379610 w 507210"/>
                <a:gd name="connsiteY23" fmla="*/ 693988 h 723020"/>
                <a:gd name="connsiteX24" fmla="*/ 472983 w 507210"/>
                <a:gd name="connsiteY24" fmla="*/ 608329 h 723020"/>
                <a:gd name="connsiteX25" fmla="*/ 507211 w 507210"/>
                <a:gd name="connsiteY25" fmla="*/ 470717 h 723020"/>
                <a:gd name="connsiteX26" fmla="*/ 507211 w 507210"/>
                <a:gd name="connsiteY26" fmla="*/ 10476 h 723020"/>
                <a:gd name="connsiteX27" fmla="*/ 404528 w 507210"/>
                <a:gd name="connsiteY27" fmla="*/ 10476 h 723020"/>
                <a:gd name="connsiteX28" fmla="*/ 387058 w 507210"/>
                <a:gd name="connsiteY28" fmla="*/ 331900 h 723020"/>
                <a:gd name="connsiteX29" fmla="*/ 333608 w 507210"/>
                <a:gd name="connsiteY29" fmla="*/ 387964 h 723020"/>
                <a:gd name="connsiteX30" fmla="*/ 177420 w 507210"/>
                <a:gd name="connsiteY30" fmla="*/ 387964 h 723020"/>
                <a:gd name="connsiteX31" fmla="*/ 123477 w 507210"/>
                <a:gd name="connsiteY31" fmla="*/ 331900 h 723020"/>
                <a:gd name="connsiteX32" fmla="*/ 103762 w 507210"/>
                <a:gd name="connsiteY32" fmla="*/ 250352 h 723020"/>
                <a:gd name="connsiteX33" fmla="*/ 123477 w 507210"/>
                <a:gd name="connsiteY33" fmla="*/ 167818 h 723020"/>
                <a:gd name="connsiteX34" fmla="*/ 177420 w 507210"/>
                <a:gd name="connsiteY34" fmla="*/ 111753 h 723020"/>
                <a:gd name="connsiteX35" fmla="*/ 333608 w 507210"/>
                <a:gd name="connsiteY35" fmla="*/ 111753 h 723020"/>
                <a:gd name="connsiteX36" fmla="*/ 387058 w 507210"/>
                <a:gd name="connsiteY36" fmla="*/ 167818 h 723020"/>
                <a:gd name="connsiteX37" fmla="*/ 406773 w 507210"/>
                <a:gd name="connsiteY37" fmla="*/ 250352 h 723020"/>
                <a:gd name="connsiteX38" fmla="*/ 387058 w 507210"/>
                <a:gd name="connsiteY38" fmla="*/ 331900 h 72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07210" h="723020">
                  <a:moveTo>
                    <a:pt x="404692" y="99094"/>
                  </a:moveTo>
                  <a:cubicBezTo>
                    <a:pt x="401132" y="92791"/>
                    <a:pt x="397299" y="86599"/>
                    <a:pt x="393246" y="80570"/>
                  </a:cubicBezTo>
                  <a:cubicBezTo>
                    <a:pt x="376926" y="56243"/>
                    <a:pt x="355075" y="36146"/>
                    <a:pt x="329446" y="21930"/>
                  </a:cubicBezTo>
                  <a:cubicBezTo>
                    <a:pt x="303488" y="7314"/>
                    <a:pt x="271834" y="9"/>
                    <a:pt x="234485" y="9"/>
                  </a:cubicBezTo>
                  <a:cubicBezTo>
                    <a:pt x="202502" y="-271"/>
                    <a:pt x="170794" y="6098"/>
                    <a:pt x="141385" y="18697"/>
                  </a:cubicBezTo>
                  <a:cubicBezTo>
                    <a:pt x="113127" y="30819"/>
                    <a:pt x="87716" y="48680"/>
                    <a:pt x="66687" y="71144"/>
                  </a:cubicBezTo>
                  <a:cubicBezTo>
                    <a:pt x="45274" y="94162"/>
                    <a:pt x="28516" y="121130"/>
                    <a:pt x="17399" y="150554"/>
                  </a:cubicBezTo>
                  <a:cubicBezTo>
                    <a:pt x="5460" y="182467"/>
                    <a:pt x="-454" y="216330"/>
                    <a:pt x="38" y="250407"/>
                  </a:cubicBezTo>
                  <a:cubicBezTo>
                    <a:pt x="-728" y="295116"/>
                    <a:pt x="10005" y="339271"/>
                    <a:pt x="31199" y="378647"/>
                  </a:cubicBezTo>
                  <a:cubicBezTo>
                    <a:pt x="50915" y="415278"/>
                    <a:pt x="79885" y="446083"/>
                    <a:pt x="115208" y="467977"/>
                  </a:cubicBezTo>
                  <a:cubicBezTo>
                    <a:pt x="151078" y="490014"/>
                    <a:pt x="192480" y="501418"/>
                    <a:pt x="234539" y="500860"/>
                  </a:cubicBezTo>
                  <a:cubicBezTo>
                    <a:pt x="271889" y="500860"/>
                    <a:pt x="303542" y="493406"/>
                    <a:pt x="329501" y="478500"/>
                  </a:cubicBezTo>
                  <a:cubicBezTo>
                    <a:pt x="354966" y="464081"/>
                    <a:pt x="376762" y="444023"/>
                    <a:pt x="393301" y="419860"/>
                  </a:cubicBezTo>
                  <a:cubicBezTo>
                    <a:pt x="397354" y="413941"/>
                    <a:pt x="401187" y="407858"/>
                    <a:pt x="404747" y="401610"/>
                  </a:cubicBezTo>
                  <a:lnTo>
                    <a:pt x="404747" y="475924"/>
                  </a:lnTo>
                  <a:cubicBezTo>
                    <a:pt x="404747" y="510560"/>
                    <a:pt x="397463" y="539386"/>
                    <a:pt x="382841" y="562623"/>
                  </a:cubicBezTo>
                  <a:cubicBezTo>
                    <a:pt x="368876" y="585290"/>
                    <a:pt x="348723" y="603485"/>
                    <a:pt x="324736" y="615070"/>
                  </a:cubicBezTo>
                  <a:cubicBezTo>
                    <a:pt x="299818" y="627001"/>
                    <a:pt x="272491" y="633040"/>
                    <a:pt x="244835" y="632717"/>
                  </a:cubicBezTo>
                  <a:cubicBezTo>
                    <a:pt x="212743" y="633177"/>
                    <a:pt x="181090" y="624738"/>
                    <a:pt x="153488" y="608329"/>
                  </a:cubicBezTo>
                  <a:cubicBezTo>
                    <a:pt x="125887" y="591401"/>
                    <a:pt x="102776" y="568076"/>
                    <a:pt x="86073" y="540318"/>
                  </a:cubicBezTo>
                  <a:lnTo>
                    <a:pt x="14441" y="597424"/>
                  </a:lnTo>
                  <a:cubicBezTo>
                    <a:pt x="29885" y="625121"/>
                    <a:pt x="50695" y="649470"/>
                    <a:pt x="75668" y="669052"/>
                  </a:cubicBezTo>
                  <a:cubicBezTo>
                    <a:pt x="99436" y="687471"/>
                    <a:pt x="126325" y="701386"/>
                    <a:pt x="155076" y="710100"/>
                  </a:cubicBezTo>
                  <a:cubicBezTo>
                    <a:pt x="229446" y="731764"/>
                    <a:pt x="309074" y="726048"/>
                    <a:pt x="379610" y="693988"/>
                  </a:cubicBezTo>
                  <a:cubicBezTo>
                    <a:pt x="418438" y="675168"/>
                    <a:pt x="450858" y="645393"/>
                    <a:pt x="472983" y="608329"/>
                  </a:cubicBezTo>
                  <a:cubicBezTo>
                    <a:pt x="495820" y="570586"/>
                    <a:pt x="507211" y="524716"/>
                    <a:pt x="507211" y="470717"/>
                  </a:cubicBezTo>
                  <a:lnTo>
                    <a:pt x="507211" y="10476"/>
                  </a:lnTo>
                  <a:lnTo>
                    <a:pt x="404528" y="10476"/>
                  </a:lnTo>
                  <a:close/>
                  <a:moveTo>
                    <a:pt x="387058" y="331900"/>
                  </a:moveTo>
                  <a:cubicBezTo>
                    <a:pt x="374572" y="355043"/>
                    <a:pt x="356116" y="374411"/>
                    <a:pt x="333608" y="387964"/>
                  </a:cubicBezTo>
                  <a:cubicBezTo>
                    <a:pt x="285032" y="414927"/>
                    <a:pt x="225996" y="414927"/>
                    <a:pt x="177420" y="387964"/>
                  </a:cubicBezTo>
                  <a:cubicBezTo>
                    <a:pt x="154693" y="374537"/>
                    <a:pt x="136018" y="355153"/>
                    <a:pt x="123477" y="331900"/>
                  </a:cubicBezTo>
                  <a:cubicBezTo>
                    <a:pt x="110060" y="306849"/>
                    <a:pt x="103269" y="278773"/>
                    <a:pt x="103762" y="250352"/>
                  </a:cubicBezTo>
                  <a:cubicBezTo>
                    <a:pt x="103159" y="221607"/>
                    <a:pt x="109950" y="193192"/>
                    <a:pt x="123477" y="167818"/>
                  </a:cubicBezTo>
                  <a:cubicBezTo>
                    <a:pt x="136018" y="144553"/>
                    <a:pt x="154638" y="125164"/>
                    <a:pt x="177420" y="111753"/>
                  </a:cubicBezTo>
                  <a:cubicBezTo>
                    <a:pt x="225996" y="84719"/>
                    <a:pt x="285032" y="84719"/>
                    <a:pt x="333608" y="111753"/>
                  </a:cubicBezTo>
                  <a:cubicBezTo>
                    <a:pt x="356116" y="125295"/>
                    <a:pt x="374626" y="144663"/>
                    <a:pt x="387058" y="167818"/>
                  </a:cubicBezTo>
                  <a:cubicBezTo>
                    <a:pt x="400530" y="193203"/>
                    <a:pt x="407321" y="221607"/>
                    <a:pt x="406773" y="250352"/>
                  </a:cubicBezTo>
                  <a:cubicBezTo>
                    <a:pt x="407266" y="278773"/>
                    <a:pt x="400475" y="306844"/>
                    <a:pt x="387058" y="331900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4" name="Forma libre 43">
              <a:extLst>
                <a:ext uri="{FF2B5EF4-FFF2-40B4-BE49-F238E27FC236}">
                  <a16:creationId xmlns:a16="http://schemas.microsoft.com/office/drawing/2014/main" id="{6A3F4127-4DAE-4E49-FCE1-2669F0AFF5A4}"/>
                </a:ext>
              </a:extLst>
            </p:cNvPr>
            <p:cNvSpPr/>
            <p:nvPr/>
          </p:nvSpPr>
          <p:spPr>
            <a:xfrm>
              <a:off x="9345194" y="6278049"/>
              <a:ext cx="140224" cy="133984"/>
            </a:xfrm>
            <a:custGeom>
              <a:avLst/>
              <a:gdLst>
                <a:gd name="connsiteX0" fmla="*/ 119401 w 140224"/>
                <a:gd name="connsiteY0" fmla="*/ 18163 h 133984"/>
                <a:gd name="connsiteX1" fmla="*/ 69620 w 140224"/>
                <a:gd name="connsiteY1" fmla="*/ 23 h 133984"/>
                <a:gd name="connsiteX2" fmla="*/ 20332 w 140224"/>
                <a:gd name="connsiteY2" fmla="*/ 18163 h 133984"/>
                <a:gd name="connsiteX3" fmla="*/ 70 w 140224"/>
                <a:gd name="connsiteY3" fmla="*/ 67486 h 133984"/>
                <a:gd name="connsiteX4" fmla="*/ 20332 w 140224"/>
                <a:gd name="connsiteY4" fmla="*/ 115768 h 133984"/>
                <a:gd name="connsiteX5" fmla="*/ 69620 w 140224"/>
                <a:gd name="connsiteY5" fmla="*/ 133963 h 133984"/>
                <a:gd name="connsiteX6" fmla="*/ 119401 w 140224"/>
                <a:gd name="connsiteY6" fmla="*/ 115768 h 133984"/>
                <a:gd name="connsiteX7" fmla="*/ 140156 w 140224"/>
                <a:gd name="connsiteY7" fmla="*/ 67486 h 133984"/>
                <a:gd name="connsiteX8" fmla="*/ 119401 w 140224"/>
                <a:gd name="connsiteY8" fmla="*/ 18163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224" h="133984">
                  <a:moveTo>
                    <a:pt x="119401" y="18163"/>
                  </a:moveTo>
                  <a:cubicBezTo>
                    <a:pt x="105655" y="6101"/>
                    <a:pt x="87911" y="-372"/>
                    <a:pt x="69620" y="23"/>
                  </a:cubicBezTo>
                  <a:cubicBezTo>
                    <a:pt x="51493" y="-437"/>
                    <a:pt x="33859" y="6051"/>
                    <a:pt x="20332" y="18163"/>
                  </a:cubicBezTo>
                  <a:cubicBezTo>
                    <a:pt x="6641" y="30795"/>
                    <a:pt x="-807" y="48853"/>
                    <a:pt x="70" y="67486"/>
                  </a:cubicBezTo>
                  <a:cubicBezTo>
                    <a:pt x="-642" y="85791"/>
                    <a:pt x="6751" y="103476"/>
                    <a:pt x="20332" y="115768"/>
                  </a:cubicBezTo>
                  <a:cubicBezTo>
                    <a:pt x="33859" y="127902"/>
                    <a:pt x="51493" y="134407"/>
                    <a:pt x="69620" y="133963"/>
                  </a:cubicBezTo>
                  <a:cubicBezTo>
                    <a:pt x="87911" y="134336"/>
                    <a:pt x="105655" y="127847"/>
                    <a:pt x="119401" y="115768"/>
                  </a:cubicBezTo>
                  <a:cubicBezTo>
                    <a:pt x="133256" y="103640"/>
                    <a:pt x="140868" y="85895"/>
                    <a:pt x="140156" y="67486"/>
                  </a:cubicBezTo>
                  <a:cubicBezTo>
                    <a:pt x="141033" y="48754"/>
                    <a:pt x="133420" y="30625"/>
                    <a:pt x="119401" y="181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5" name="Forma libre 44">
              <a:extLst>
                <a:ext uri="{FF2B5EF4-FFF2-40B4-BE49-F238E27FC236}">
                  <a16:creationId xmlns:a16="http://schemas.microsoft.com/office/drawing/2014/main" id="{2B614079-BEDA-E433-A542-4CB2F429400F}"/>
                </a:ext>
              </a:extLst>
            </p:cNvPr>
            <p:cNvSpPr/>
            <p:nvPr/>
          </p:nvSpPr>
          <p:spPr>
            <a:xfrm>
              <a:off x="9363938" y="6501287"/>
              <a:ext cx="101697" cy="527485"/>
            </a:xfrm>
            <a:custGeom>
              <a:avLst/>
              <a:gdLst>
                <a:gd name="connsiteX0" fmla="*/ 0 w 101697"/>
                <a:gd name="connsiteY0" fmla="*/ 0 h 527485"/>
                <a:gd name="connsiteX1" fmla="*/ 101697 w 101697"/>
                <a:gd name="connsiteY1" fmla="*/ 0 h 527485"/>
                <a:gd name="connsiteX2" fmla="*/ 101697 w 101697"/>
                <a:gd name="connsiteY2" fmla="*/ 527485 h 527485"/>
                <a:gd name="connsiteX3" fmla="*/ 0 w 101697"/>
                <a:gd name="connsiteY3" fmla="*/ 527485 h 52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97" h="527485">
                  <a:moveTo>
                    <a:pt x="0" y="0"/>
                  </a:moveTo>
                  <a:lnTo>
                    <a:pt x="101697" y="0"/>
                  </a:lnTo>
                  <a:lnTo>
                    <a:pt x="101697" y="527485"/>
                  </a:lnTo>
                  <a:lnTo>
                    <a:pt x="0" y="527485"/>
                  </a:ln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6" name="Forma libre 45">
              <a:extLst>
                <a:ext uri="{FF2B5EF4-FFF2-40B4-BE49-F238E27FC236}">
                  <a16:creationId xmlns:a16="http://schemas.microsoft.com/office/drawing/2014/main" id="{C4E3A79F-B0E9-C2B9-3824-94C08796B653}"/>
                </a:ext>
              </a:extLst>
            </p:cNvPr>
            <p:cNvSpPr/>
            <p:nvPr/>
          </p:nvSpPr>
          <p:spPr>
            <a:xfrm>
              <a:off x="9539950" y="6490895"/>
              <a:ext cx="467033" cy="549467"/>
            </a:xfrm>
            <a:custGeom>
              <a:avLst/>
              <a:gdLst>
                <a:gd name="connsiteX0" fmla="*/ 446987 w 467033"/>
                <a:gd name="connsiteY0" fmla="*/ 114245 h 549467"/>
                <a:gd name="connsiteX1" fmla="*/ 394632 w 467033"/>
                <a:gd name="connsiteY1" fmla="*/ 49358 h 549467"/>
                <a:gd name="connsiteX2" fmla="*/ 319934 w 467033"/>
                <a:gd name="connsiteY2" fmla="*/ 11981 h 549467"/>
                <a:gd name="connsiteX3" fmla="*/ 231216 w 467033"/>
                <a:gd name="connsiteY3" fmla="*/ 34 h 549467"/>
                <a:gd name="connsiteX4" fmla="*/ 102520 w 467033"/>
                <a:gd name="connsiteY4" fmla="*/ 31711 h 549467"/>
                <a:gd name="connsiteX5" fmla="*/ 17416 w 467033"/>
                <a:gd name="connsiteY5" fmla="*/ 127782 h 549467"/>
                <a:gd name="connsiteX6" fmla="*/ 97426 w 467033"/>
                <a:gd name="connsiteY6" fmla="*/ 173597 h 549467"/>
                <a:gd name="connsiteX7" fmla="*/ 146714 w 467033"/>
                <a:gd name="connsiteY7" fmla="*/ 113313 h 549467"/>
                <a:gd name="connsiteX8" fmla="*/ 229190 w 467033"/>
                <a:gd name="connsiteY8" fmla="*/ 91392 h 549467"/>
                <a:gd name="connsiteX9" fmla="*/ 297207 w 467033"/>
                <a:gd name="connsiteY9" fmla="*/ 103887 h 549467"/>
                <a:gd name="connsiteX10" fmla="*/ 346494 w 467033"/>
                <a:gd name="connsiteY10" fmla="*/ 144332 h 549467"/>
                <a:gd name="connsiteX11" fmla="*/ 365169 w 467033"/>
                <a:gd name="connsiteY11" fmla="*/ 218098 h 549467"/>
                <a:gd name="connsiteX12" fmla="*/ 365169 w 467033"/>
                <a:gd name="connsiteY12" fmla="*/ 276957 h 549467"/>
                <a:gd name="connsiteX13" fmla="*/ 353724 w 467033"/>
                <a:gd name="connsiteY13" fmla="*/ 265996 h 549467"/>
                <a:gd name="connsiteX14" fmla="*/ 212651 w 467033"/>
                <a:gd name="connsiteY14" fmla="*/ 223414 h 549467"/>
                <a:gd name="connsiteX15" fmla="*/ 104710 w 467033"/>
                <a:gd name="connsiteY15" fmla="*/ 242102 h 549467"/>
                <a:gd name="connsiteX16" fmla="*/ 28040 w 467033"/>
                <a:gd name="connsiteY16" fmla="*/ 297618 h 549467"/>
                <a:gd name="connsiteX17" fmla="*/ 27492 w 467033"/>
                <a:gd name="connsiteY17" fmla="*/ 474689 h 549467"/>
                <a:gd name="connsiteX18" fmla="*/ 102246 w 467033"/>
                <a:gd name="connsiteY18" fmla="*/ 530260 h 549467"/>
                <a:gd name="connsiteX19" fmla="*/ 207557 w 467033"/>
                <a:gd name="connsiteY19" fmla="*/ 549441 h 549467"/>
                <a:gd name="connsiteX20" fmla="*/ 351752 w 467033"/>
                <a:gd name="connsiteY20" fmla="*/ 505324 h 549467"/>
                <a:gd name="connsiteX21" fmla="*/ 370481 w 467033"/>
                <a:gd name="connsiteY21" fmla="*/ 485540 h 549467"/>
                <a:gd name="connsiteX22" fmla="*/ 370481 w 467033"/>
                <a:gd name="connsiteY22" fmla="*/ 538042 h 549467"/>
                <a:gd name="connsiteX23" fmla="*/ 466976 w 467033"/>
                <a:gd name="connsiteY23" fmla="*/ 538042 h 549467"/>
                <a:gd name="connsiteX24" fmla="*/ 466976 w 467033"/>
                <a:gd name="connsiteY24" fmla="*/ 208727 h 549467"/>
                <a:gd name="connsiteX25" fmla="*/ 446987 w 467033"/>
                <a:gd name="connsiteY25" fmla="*/ 114245 h 549467"/>
                <a:gd name="connsiteX26" fmla="*/ 330777 w 467033"/>
                <a:gd name="connsiteY26" fmla="*/ 448547 h 549467"/>
                <a:gd name="connsiteX27" fmla="*/ 237678 w 467033"/>
                <a:gd name="connsiteY27" fmla="*/ 470469 h 549467"/>
                <a:gd name="connsiteX28" fmla="*/ 142717 w 467033"/>
                <a:gd name="connsiteY28" fmla="*/ 448547 h 549467"/>
                <a:gd name="connsiteX29" fmla="*/ 104874 w 467033"/>
                <a:gd name="connsiteY29" fmla="*/ 385194 h 549467"/>
                <a:gd name="connsiteX30" fmla="*/ 142717 w 467033"/>
                <a:gd name="connsiteY30" fmla="*/ 320307 h 549467"/>
                <a:gd name="connsiteX31" fmla="*/ 237678 w 467033"/>
                <a:gd name="connsiteY31" fmla="*/ 299043 h 549467"/>
                <a:gd name="connsiteX32" fmla="*/ 330777 w 467033"/>
                <a:gd name="connsiteY32" fmla="*/ 320964 h 549467"/>
                <a:gd name="connsiteX33" fmla="*/ 368181 w 467033"/>
                <a:gd name="connsiteY33" fmla="*/ 385359 h 549467"/>
                <a:gd name="connsiteX34" fmla="*/ 330777 w 467033"/>
                <a:gd name="connsiteY34" fmla="*/ 448602 h 54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67033" h="549467">
                  <a:moveTo>
                    <a:pt x="446987" y="114245"/>
                  </a:moveTo>
                  <a:cubicBezTo>
                    <a:pt x="434665" y="88926"/>
                    <a:pt x="416757" y="66741"/>
                    <a:pt x="394632" y="49358"/>
                  </a:cubicBezTo>
                  <a:cubicBezTo>
                    <a:pt x="372398" y="32160"/>
                    <a:pt x="347042" y="19468"/>
                    <a:pt x="319934" y="11981"/>
                  </a:cubicBezTo>
                  <a:cubicBezTo>
                    <a:pt x="291073" y="3909"/>
                    <a:pt x="261172" y="-108"/>
                    <a:pt x="231216" y="34"/>
                  </a:cubicBezTo>
                  <a:cubicBezTo>
                    <a:pt x="186309" y="-695"/>
                    <a:pt x="141950" y="10217"/>
                    <a:pt x="102520" y="31711"/>
                  </a:cubicBezTo>
                  <a:cubicBezTo>
                    <a:pt x="64130" y="53183"/>
                    <a:pt x="34119" y="87046"/>
                    <a:pt x="17416" y="127782"/>
                  </a:cubicBezTo>
                  <a:lnTo>
                    <a:pt x="97426" y="173597"/>
                  </a:lnTo>
                  <a:cubicBezTo>
                    <a:pt x="107120" y="148821"/>
                    <a:pt x="124371" y="127727"/>
                    <a:pt x="146714" y="113313"/>
                  </a:cubicBezTo>
                  <a:cubicBezTo>
                    <a:pt x="169222" y="98697"/>
                    <a:pt x="196714" y="91392"/>
                    <a:pt x="229190" y="91392"/>
                  </a:cubicBezTo>
                  <a:cubicBezTo>
                    <a:pt x="252465" y="91080"/>
                    <a:pt x="275575" y="95327"/>
                    <a:pt x="297207" y="103887"/>
                  </a:cubicBezTo>
                  <a:cubicBezTo>
                    <a:pt x="317415" y="111987"/>
                    <a:pt x="334611" y="126110"/>
                    <a:pt x="346494" y="144332"/>
                  </a:cubicBezTo>
                  <a:cubicBezTo>
                    <a:pt x="358926" y="163075"/>
                    <a:pt x="365114" y="187666"/>
                    <a:pt x="365169" y="218098"/>
                  </a:cubicBezTo>
                  <a:lnTo>
                    <a:pt x="365169" y="276957"/>
                  </a:lnTo>
                  <a:cubicBezTo>
                    <a:pt x="361555" y="273099"/>
                    <a:pt x="357721" y="269438"/>
                    <a:pt x="353724" y="265996"/>
                  </a:cubicBezTo>
                  <a:cubicBezTo>
                    <a:pt x="321193" y="237608"/>
                    <a:pt x="274151" y="223414"/>
                    <a:pt x="212651" y="223414"/>
                  </a:cubicBezTo>
                  <a:cubicBezTo>
                    <a:pt x="175849" y="222926"/>
                    <a:pt x="139212" y="229261"/>
                    <a:pt x="104710" y="242102"/>
                  </a:cubicBezTo>
                  <a:cubicBezTo>
                    <a:pt x="74426" y="252959"/>
                    <a:pt x="47810" y="272217"/>
                    <a:pt x="28040" y="297618"/>
                  </a:cubicBezTo>
                  <a:cubicBezTo>
                    <a:pt x="-9145" y="350712"/>
                    <a:pt x="-9364" y="421365"/>
                    <a:pt x="27492" y="474689"/>
                  </a:cubicBezTo>
                  <a:cubicBezTo>
                    <a:pt x="46879" y="499701"/>
                    <a:pt x="72728" y="518926"/>
                    <a:pt x="102246" y="530260"/>
                  </a:cubicBezTo>
                  <a:cubicBezTo>
                    <a:pt x="135761" y="543429"/>
                    <a:pt x="171523" y="549940"/>
                    <a:pt x="207557" y="549441"/>
                  </a:cubicBezTo>
                  <a:cubicBezTo>
                    <a:pt x="269824" y="549441"/>
                    <a:pt x="317908" y="534737"/>
                    <a:pt x="351752" y="505324"/>
                  </a:cubicBezTo>
                  <a:cubicBezTo>
                    <a:pt x="358652" y="499361"/>
                    <a:pt x="364895" y="492736"/>
                    <a:pt x="370481" y="485540"/>
                  </a:cubicBezTo>
                  <a:lnTo>
                    <a:pt x="370481" y="538042"/>
                  </a:lnTo>
                  <a:lnTo>
                    <a:pt x="466976" y="538042"/>
                  </a:lnTo>
                  <a:lnTo>
                    <a:pt x="466976" y="208727"/>
                  </a:lnTo>
                  <a:cubicBezTo>
                    <a:pt x="467743" y="176102"/>
                    <a:pt x="460897" y="143746"/>
                    <a:pt x="446987" y="114245"/>
                  </a:cubicBezTo>
                  <a:close/>
                  <a:moveTo>
                    <a:pt x="330777" y="448547"/>
                  </a:moveTo>
                  <a:cubicBezTo>
                    <a:pt x="305914" y="463164"/>
                    <a:pt x="274863" y="470469"/>
                    <a:pt x="237678" y="470469"/>
                  </a:cubicBezTo>
                  <a:cubicBezTo>
                    <a:pt x="199617" y="470469"/>
                    <a:pt x="167963" y="463164"/>
                    <a:pt x="142717" y="448547"/>
                  </a:cubicBezTo>
                  <a:cubicBezTo>
                    <a:pt x="117470" y="433931"/>
                    <a:pt x="104874" y="412815"/>
                    <a:pt x="104874" y="385194"/>
                  </a:cubicBezTo>
                  <a:cubicBezTo>
                    <a:pt x="103779" y="358034"/>
                    <a:pt x="118511" y="332703"/>
                    <a:pt x="142717" y="320307"/>
                  </a:cubicBezTo>
                  <a:cubicBezTo>
                    <a:pt x="167963" y="306096"/>
                    <a:pt x="199617" y="299005"/>
                    <a:pt x="237678" y="299043"/>
                  </a:cubicBezTo>
                  <a:cubicBezTo>
                    <a:pt x="275027" y="299043"/>
                    <a:pt x="306078" y="306348"/>
                    <a:pt x="330777" y="320964"/>
                  </a:cubicBezTo>
                  <a:cubicBezTo>
                    <a:pt x="354490" y="333514"/>
                    <a:pt x="369057" y="358505"/>
                    <a:pt x="368181" y="385359"/>
                  </a:cubicBezTo>
                  <a:cubicBezTo>
                    <a:pt x="368181" y="413018"/>
                    <a:pt x="355695" y="434096"/>
                    <a:pt x="330777" y="448602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7" name="Forma libre 46">
              <a:extLst>
                <a:ext uri="{FF2B5EF4-FFF2-40B4-BE49-F238E27FC236}">
                  <a16:creationId xmlns:a16="http://schemas.microsoft.com/office/drawing/2014/main" id="{4621F558-FAAD-3652-180B-CD271187608B}"/>
                </a:ext>
              </a:extLst>
            </p:cNvPr>
            <p:cNvSpPr/>
            <p:nvPr/>
          </p:nvSpPr>
          <p:spPr>
            <a:xfrm>
              <a:off x="4095830" y="5980762"/>
              <a:ext cx="690394" cy="1107727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8" name="Forma libre 47">
              <a:extLst>
                <a:ext uri="{FF2B5EF4-FFF2-40B4-BE49-F238E27FC236}">
                  <a16:creationId xmlns:a16="http://schemas.microsoft.com/office/drawing/2014/main" id="{F2681000-B23F-48C7-B516-F9CCE25C4201}"/>
                </a:ext>
              </a:extLst>
            </p:cNvPr>
            <p:cNvSpPr/>
            <p:nvPr/>
          </p:nvSpPr>
          <p:spPr>
            <a:xfrm>
              <a:off x="3693750" y="5980762"/>
              <a:ext cx="660348" cy="1107680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79" name="Forma libre 48">
              <a:extLst>
                <a:ext uri="{FF2B5EF4-FFF2-40B4-BE49-F238E27FC236}">
                  <a16:creationId xmlns:a16="http://schemas.microsoft.com/office/drawing/2014/main" id="{68AD33D5-C13F-DD85-452C-B367740E087A}"/>
                </a:ext>
              </a:extLst>
            </p:cNvPr>
            <p:cNvSpPr/>
            <p:nvPr/>
          </p:nvSpPr>
          <p:spPr>
            <a:xfrm>
              <a:off x="3291671" y="5980762"/>
              <a:ext cx="660348" cy="1368776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880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1231056682,&quot;Placement&quot;:&quot;Footer&quot;,&quot;Top&quot;:1056.65161,&quot;Left&quot;:917.7575,&quot;SlideWidth&quot;:1919,&quot;SlideHeight&quot;:1080}">
            <a:extLst>
              <a:ext uri="{FF2B5EF4-FFF2-40B4-BE49-F238E27FC236}">
                <a16:creationId xmlns:a16="http://schemas.microsoft.com/office/drawing/2014/main" id="{A01BC064-CB30-4AC1-0C33-599B9E9BB19F}"/>
              </a:ext>
            </a:extLst>
          </p:cNvPr>
          <p:cNvSpPr txBox="1"/>
          <p:nvPr userDrawn="1"/>
        </p:nvSpPr>
        <p:spPr>
          <a:xfrm>
            <a:off x="11655520" y="13419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>
                <a:solidFill>
                  <a:srgbClr val="008000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  <a:endParaRPr lang="es-ES" sz="1200" err="1">
              <a:solidFill>
                <a:srgbClr val="008000"/>
              </a:solidFill>
              <a:latin typeface="Calibri" panose="020F0502020204030204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59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88" r:id="rId2"/>
    <p:sldLayoutId id="2147483816" r:id="rId3"/>
    <p:sldLayoutId id="2147483817" r:id="rId4"/>
    <p:sldLayoutId id="2147483814" r:id="rId5"/>
    <p:sldLayoutId id="2147483815" r:id="rId6"/>
    <p:sldLayoutId id="2147483750" r:id="rId7"/>
    <p:sldLayoutId id="2147483740" r:id="rId8"/>
    <p:sldLayoutId id="2147483811" r:id="rId9"/>
    <p:sldLayoutId id="2147483796" r:id="rId10"/>
    <p:sldLayoutId id="2147483741" r:id="rId11"/>
    <p:sldLayoutId id="2147483749" r:id="rId12"/>
    <p:sldLayoutId id="2147483795" r:id="rId13"/>
    <p:sldLayoutId id="2147483784" r:id="rId14"/>
    <p:sldLayoutId id="2147483797" r:id="rId15"/>
    <p:sldLayoutId id="2147483751" r:id="rId16"/>
    <p:sldLayoutId id="2147483763" r:id="rId17"/>
    <p:sldLayoutId id="2147483755" r:id="rId18"/>
    <p:sldLayoutId id="2147483719" r:id="rId19"/>
    <p:sldLayoutId id="2147483798" r:id="rId20"/>
    <p:sldLayoutId id="2147483818" r:id="rId21"/>
    <p:sldLayoutId id="2147483799" r:id="rId22"/>
    <p:sldLayoutId id="2147483819" r:id="rId23"/>
    <p:sldLayoutId id="2147483766" r:id="rId24"/>
    <p:sldLayoutId id="2147483759" r:id="rId25"/>
    <p:sldLayoutId id="2147483768" r:id="rId26"/>
    <p:sldLayoutId id="2147483767" r:id="rId27"/>
    <p:sldLayoutId id="2147483770" r:id="rId28"/>
    <p:sldLayoutId id="2147483769" r:id="rId29"/>
    <p:sldLayoutId id="2147483791" r:id="rId30"/>
    <p:sldLayoutId id="2147483792" r:id="rId31"/>
    <p:sldLayoutId id="2147483793" r:id="rId32"/>
    <p:sldLayoutId id="2147483794" r:id="rId33"/>
    <p:sldLayoutId id="2147483780" r:id="rId34"/>
    <p:sldLayoutId id="2147483779" r:id="rId35"/>
    <p:sldLayoutId id="2147483800" r:id="rId36"/>
    <p:sldLayoutId id="2147483810" r:id="rId37"/>
    <p:sldLayoutId id="2147483801" r:id="rId38"/>
    <p:sldLayoutId id="2147483806" r:id="rId39"/>
    <p:sldLayoutId id="2147483720" r:id="rId40"/>
    <p:sldLayoutId id="2147483808" r:id="rId41"/>
    <p:sldLayoutId id="2147483809" r:id="rId42"/>
    <p:sldLayoutId id="2147483739" r:id="rId43"/>
  </p:sldLayoutIdLst>
  <p:hf hdr="0" ftr="0" dt="0"/>
  <p:txStyles>
    <p:titleStyle>
      <a:lvl1pPr algn="l" rtl="0" eaLnBrk="1" fontAlgn="base" hangingPunct="1">
        <a:lnSpc>
          <a:spcPts val="4860"/>
        </a:lnSpc>
        <a:spcBef>
          <a:spcPct val="0"/>
        </a:spcBef>
        <a:spcAft>
          <a:spcPct val="0"/>
        </a:spcAft>
        <a:defRPr sz="4800" b="1" i="0" kern="1200">
          <a:solidFill>
            <a:schemeClr val="tx1"/>
          </a:solidFill>
          <a:latin typeface="IberPangea Text" panose="020B0404000000000000" pitchFamily="34" charset="0"/>
          <a:ea typeface="IberPangea Text" panose="020B0404000000000000" pitchFamily="34" charset="0"/>
          <a:cs typeface="IberPangea Text" panose="020B0404000000000000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5pPr>
      <a:lvl6pPr marL="18287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6pPr>
      <a:lvl7pPr marL="365741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7pPr>
      <a:lvl8pPr marL="548612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8pPr>
      <a:lvl9pPr marL="731483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00">
          <a:solidFill>
            <a:schemeClr val="tx1"/>
          </a:solidFill>
          <a:latin typeface="Arial" pitchFamily="2" charset="77"/>
        </a:defRPr>
      </a:lvl9pPr>
    </p:titleStyle>
    <p:bodyStyle>
      <a:lvl1pPr marL="0" indent="0" algn="l" defTabSz="662400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4"/>
        </a:buClr>
        <a:buFontTx/>
        <a:buNone/>
        <a:defRPr sz="2000" b="0" i="0" kern="1200">
          <a:solidFill>
            <a:schemeClr val="accent4"/>
          </a:solidFill>
          <a:latin typeface="IberPangea Text Light" panose="020B0404000000000000" pitchFamily="34" charset="0"/>
          <a:ea typeface="IberPangea Text Light" panose="020B0404000000000000" pitchFamily="34" charset="0"/>
          <a:cs typeface="IberPangea Text Light" panose="020B0404000000000000" pitchFamily="34" charset="0"/>
        </a:defRPr>
      </a:lvl1pPr>
      <a:lvl2pPr marL="271463" indent="-247650" algn="l" defTabSz="662400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4"/>
        </a:buClr>
        <a:buFont typeface="Arial"/>
        <a:buChar char="–"/>
        <a:tabLst/>
        <a:defRPr sz="2000" b="0" i="0" kern="1200">
          <a:solidFill>
            <a:schemeClr val="accent4"/>
          </a:solidFill>
          <a:latin typeface="IberPangea Text Light" panose="020B0404000000000000" pitchFamily="34" charset="0"/>
          <a:ea typeface="IberPangea Text SmBold" panose="020B0504000000000000" pitchFamily="34" charset="0"/>
          <a:cs typeface="IberPangea Text SmBold" panose="020B0504000000000000" pitchFamily="34" charset="0"/>
        </a:defRPr>
      </a:lvl2pPr>
      <a:lvl3pPr marL="536575" indent="-219075" algn="l" defTabSz="662400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4"/>
        </a:buClr>
        <a:buFont typeface="Arial"/>
        <a:buChar char="–"/>
        <a:tabLst/>
        <a:defRPr sz="2000" b="0" i="0" kern="1200">
          <a:solidFill>
            <a:schemeClr val="accent4"/>
          </a:solidFill>
          <a:latin typeface="IberPangea Text Light" panose="020B0404000000000000" pitchFamily="34" charset="0"/>
          <a:ea typeface="IberPangea Text Light" panose="020B0404000000000000" pitchFamily="34" charset="0"/>
          <a:cs typeface="IberPangea Text Light" panose="020B0404000000000000" pitchFamily="34" charset="0"/>
        </a:defRPr>
      </a:lvl3pPr>
      <a:lvl4pPr marL="800100" indent="-219075" algn="l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4"/>
        </a:buClr>
        <a:buFont typeface="Arial"/>
        <a:buChar char="–"/>
        <a:tabLst/>
        <a:defRPr sz="2000" b="0" i="0" kern="1200">
          <a:solidFill>
            <a:schemeClr val="accent4"/>
          </a:solidFill>
          <a:latin typeface="IberPangea Text Light" panose="020B0404000000000000" pitchFamily="34" charset="0"/>
          <a:ea typeface="IberPangea Text Light" panose="020B0404000000000000" pitchFamily="34" charset="0"/>
          <a:cs typeface="IberPangea Text Light" panose="020B0404000000000000" pitchFamily="34" charset="0"/>
        </a:defRPr>
      </a:lvl4pPr>
      <a:lvl5pPr marL="1073150" indent="-227013" algn="l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4"/>
        </a:buClr>
        <a:buFont typeface="Arial"/>
        <a:buChar char="–"/>
        <a:tabLst/>
        <a:defRPr sz="2000" b="0" i="0" kern="1200">
          <a:solidFill>
            <a:schemeClr val="accent4"/>
          </a:solidFill>
          <a:latin typeface="IberPangea Text Light" panose="020B0404000000000000" pitchFamily="34" charset="0"/>
          <a:ea typeface="IberPangea Text Light" panose="020B0404000000000000" pitchFamily="34" charset="0"/>
          <a:cs typeface="IberPangea Text Light" panose="020B0404000000000000" pitchFamily="34" charset="0"/>
        </a:defRPr>
      </a:lvl5pPr>
      <a:lvl6pPr marL="309563" indent="-285750" algn="l" defTabSz="3657418" rtl="0" eaLnBrk="1" latinLnBrk="0" hangingPunct="1">
        <a:lnSpc>
          <a:spcPct val="100000"/>
        </a:lnSpc>
        <a:spcBef>
          <a:spcPts val="20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2000" b="0" i="0" kern="1200">
          <a:solidFill>
            <a:schemeClr val="accent4"/>
          </a:solidFill>
          <a:latin typeface="IberPangea Text" panose="020B0504000000000000" pitchFamily="34" charset="0"/>
          <a:ea typeface="IberPangea Text" panose="020B0504000000000000" pitchFamily="34" charset="0"/>
          <a:cs typeface="IberPangea Text" panose="020B0504000000000000" pitchFamily="34" charset="0"/>
        </a:defRPr>
      </a:lvl6pPr>
      <a:lvl7pPr marL="11886606" indent="-914354" algn="l" defTabSz="3657418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5314" indent="-914354" algn="l" defTabSz="3657418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022" indent="-914354" algn="l" defTabSz="3657418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08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418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126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4834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3542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252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0960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29668" algn="l" defTabSz="3657418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10" userDrawn="1">
          <p15:clr>
            <a:srgbClr val="F26B43"/>
          </p15:clr>
        </p15:guide>
        <p15:guide id="2" pos="513" userDrawn="1">
          <p15:clr>
            <a:srgbClr val="F26B43"/>
          </p15:clr>
        </p15:guide>
        <p15:guide id="3" pos="14846" userDrawn="1">
          <p15:clr>
            <a:srgbClr val="F26B43"/>
          </p15:clr>
        </p15:guide>
        <p15:guide id="5" orient="horz" pos="8130" userDrawn="1">
          <p15:clr>
            <a:srgbClr val="F26B43"/>
          </p15:clr>
        </p15:guide>
        <p15:guide id="6" pos="7679" userDrawn="1">
          <p15:clr>
            <a:srgbClr val="F26B43"/>
          </p15:clr>
        </p15:guide>
        <p15:guide id="7" pos="4686" userDrawn="1">
          <p15:clr>
            <a:srgbClr val="F26B43"/>
          </p15:clr>
        </p15:guide>
        <p15:guide id="8" pos="4300" userDrawn="1">
          <p15:clr>
            <a:srgbClr val="F26B43"/>
          </p15:clr>
        </p15:guide>
        <p15:guide id="9" orient="horz" pos="4320" userDrawn="1">
          <p15:clr>
            <a:srgbClr val="F26B43"/>
          </p15:clr>
        </p15:guide>
        <p15:guide id="10" orient="horz" pos="79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berdrola.sharepoint.com/:x:/r/sites/AuditoriaInterna/Shared%20Documents/General/8.%20Tecnologia_Cyber_Aud%20Cont%C3%ADnua/04.%20PROJETOS%20-%20AUDITORIA%20CONT%C3%8DNUA/Tabula%C3%A7%C3%A3o%20Forms%20Script%20ACL.xlsx?d=w21721b88634f483b8f340f5bf599e7bd&amp;csf=1&amp;web=1&amp;e=byCRpk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8173260-354E-DE44-C273-B44BB027DA3C}"/>
              </a:ext>
            </a:extLst>
          </p:cNvPr>
          <p:cNvSpPr txBox="1">
            <a:spLocks/>
          </p:cNvSpPr>
          <p:nvPr/>
        </p:nvSpPr>
        <p:spPr>
          <a:xfrm>
            <a:off x="4126156" y="5256265"/>
            <a:ext cx="16130100" cy="41764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624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11999" b="0" i="0" kern="1200">
                <a:solidFill>
                  <a:schemeClr val="accent5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14354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828709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743063" indent="0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657417" indent="0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62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99282"/>
              </a:buClr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>
                <a:ln>
                  <a:noFill/>
                </a:ln>
                <a:solidFill>
                  <a:srgbClr val="00A343"/>
                </a:solidFill>
                <a:effectLst/>
                <a:uLnTx/>
                <a:uFillTx/>
                <a:latin typeface="IberPangea Tex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Proposta Técnica – Estrutura de Implementação da Auditoria Contínua</a:t>
            </a:r>
            <a:endParaRPr kumimoji="0" lang="en-PH" sz="8800" b="1" i="0" u="none" strike="noStrike" kern="1200" cap="none" spc="0" normalizeH="0" baseline="0" noProof="0">
              <a:ln>
                <a:noFill/>
              </a:ln>
              <a:solidFill>
                <a:srgbClr val="00A343"/>
              </a:solidFill>
              <a:effectLst/>
              <a:uLnTx/>
              <a:uFillTx/>
              <a:latin typeface="IberPangea Tex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C1392AB-068D-9321-6CFB-C4AD2F48381C}"/>
              </a:ext>
            </a:extLst>
          </p:cNvPr>
          <p:cNvSpPr txBox="1">
            <a:spLocks/>
          </p:cNvSpPr>
          <p:nvPr/>
        </p:nvSpPr>
        <p:spPr>
          <a:xfrm>
            <a:off x="7439025" y="3063409"/>
            <a:ext cx="16130100" cy="9459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5600" b="0" i="1" kern="1200">
                <a:solidFill>
                  <a:schemeClr val="accent6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14354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828709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743063" indent="0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657417" indent="0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62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699282"/>
              </a:buClr>
              <a:buSzTx/>
              <a:buFontTx/>
              <a:buNone/>
              <a:tabLst/>
              <a:defRPr/>
            </a:pPr>
            <a:r>
              <a:rPr kumimoji="0" lang="es-ES" sz="5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IberPangea Tex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Auditoria Contínua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AE08CAB-9CA0-BF1E-43C1-1A75AB36D88B}"/>
              </a:ext>
            </a:extLst>
          </p:cNvPr>
          <p:cNvSpPr txBox="1">
            <a:spLocks/>
          </p:cNvSpPr>
          <p:nvPr/>
        </p:nvSpPr>
        <p:spPr>
          <a:xfrm>
            <a:off x="855345" y="12143086"/>
            <a:ext cx="16130100" cy="6404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3200" b="0" i="0" kern="1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914354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828709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743063" indent="0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657417" indent="0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None/>
              <a:tabLst/>
              <a:defRPr sz="2000" b="0" i="0" kern="1200">
                <a:solidFill>
                  <a:schemeClr val="tx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62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699282"/>
              </a:buClr>
              <a:buSzTx/>
              <a:buFontTx/>
              <a:buNone/>
              <a:tabLst/>
              <a:defRPr/>
            </a:pPr>
            <a:r>
              <a:rPr kumimoji="0" lang="es-ES" sz="4000" b="0" i="0" u="none" strike="noStrike" kern="1200" cap="none" spc="0" normalizeH="0" baseline="0" noProof="0">
                <a:ln>
                  <a:noFill/>
                </a:ln>
                <a:solidFill>
                  <a:srgbClr val="00A343"/>
                </a:solidFill>
                <a:effectLst/>
                <a:uLnTx/>
                <a:uFillTx/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Date: 09/10/2025</a:t>
            </a:r>
          </a:p>
        </p:txBody>
      </p:sp>
    </p:spTree>
    <p:extLst>
      <p:ext uri="{BB962C8B-B14F-4D97-AF65-F5344CB8AC3E}">
        <p14:creationId xmlns:p14="http://schemas.microsoft.com/office/powerpoint/2010/main" val="215339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ED4E231A-7B87-01FA-5A54-D6C12592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42" y="1749577"/>
            <a:ext cx="20198939" cy="11042290"/>
          </a:xfrm>
        </p:spPr>
        <p:txBody>
          <a:bodyPr/>
          <a:lstStyle/>
          <a:p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A Auditoria Interna da Neoenergia opera, atualmente, sob um modelo predominantemente tradicional, baseado em revisões periódicas, análises pontuais e execução manual de testes. 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Embora essa abordagem garanta conformidade, ela limita a capacidade de resposta em tempo real e reduz o potencial de identificação proativa de riscos e irregularidades.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Nos últimos anos, foram desenvolvidos scripts e análises isoladas por diferentes auditores, representando um primeiro passo importante em direção à automação. 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No entanto,  essas iniciativas ainda se encontram dispersas e sem um repositório estruturado ou integração com a camada de dados corporativa, o que dificulta a reutilização, governança e escalabilidade.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O </a:t>
            </a:r>
            <a:r>
              <a:rPr lang="pt-BR" sz="3000">
                <a:solidFill>
                  <a:schemeClr val="bg1">
                    <a:lumMod val="65000"/>
                  </a:schemeClr>
                </a:solidFill>
              </a:rPr>
              <a:t>objetivo</a:t>
            </a: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 central desta proposta é consolidar esses ativos, avaliando sua aplicabilidade dentro de uma arquitetura unificada baseada nos serviços da AWS (Amazon S3, AWS Glue e Amazon Athena), permitindo a transição gradual de um modelo reativo para um modelo contínuo, preventivo e orientado por dados. 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Essa evolução possibilitará o monitoramento permanente dos processos críticos da organização, reduzindo riscos e ampliando a eficiência das auditorias.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76C3FF6C-4C62-BA02-BECF-7940054AC2E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14387" y="595838"/>
            <a:ext cx="20198152" cy="1038936"/>
          </a:xfrm>
          <a:prstGeom prst="rect">
            <a:avLst/>
          </a:prstGeom>
        </p:spPr>
        <p:txBody>
          <a:bodyPr/>
          <a:lstStyle/>
          <a:p>
            <a:r>
              <a:rPr lang="en-US" sz="5400" b="1">
                <a:solidFill>
                  <a:schemeClr val="tx2"/>
                </a:solidFill>
                <a:latin typeface="+mn-lt"/>
              </a:rPr>
              <a:t>1- Contexto e Objetivo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F7AC002-8B3C-4562-07AF-533021DFA6AC}"/>
              </a:ext>
            </a:extLst>
          </p:cNvPr>
          <p:cNvCxnSpPr>
            <a:cxnSpLocks/>
          </p:cNvCxnSpPr>
          <p:nvPr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089E86-0609-AE0B-E446-4B3167C2F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/>
          <a:p>
            <a:pPr algn="r"/>
            <a:fld id="{92A49E42-579D-0A4D-A382-D64C66A04E33}" type="slidenum">
              <a:rPr lang="es-ES" smtClean="0">
                <a:latin typeface="+mn-lt"/>
              </a:rPr>
              <a:pPr algn="r"/>
              <a:t>2</a:t>
            </a:fld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167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1AC7-5D4E-343F-028A-52147DCD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4A691C6-533E-BB19-0306-1549E74E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42" y="1899490"/>
            <a:ext cx="20198939" cy="11220670"/>
          </a:xfrm>
        </p:spPr>
        <p:txBody>
          <a:bodyPr lIns="91440" tIns="45720" rIns="91440" bIns="45720" anchor="t"/>
          <a:lstStyle/>
          <a:p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O escopo inicial do projeto de Auditoria Contínua será definido a partir de três eixos estratégicos que garantem alinhamento técnico e aderência à realidade operacional da Neoenergia:</a:t>
            </a:r>
            <a:br>
              <a:rPr lang="pt-BR" sz="2800"/>
            </a:br>
            <a:br>
              <a:rPr lang="pt-BR" sz="2800"/>
            </a:br>
            <a:r>
              <a:rPr lang="pt-BR" sz="280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1. Relatórios de Auditoria (2024–2025): </a:t>
            </a: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consolidação e análise dos trabalhos recentes, identificando padrões, recorrências e oportunidades de automação.</a:t>
            </a:r>
            <a:br>
              <a:rPr lang="pt-BR" sz="2800" b="0"/>
            </a:br>
            <a:r>
              <a:rPr lang="pt-BR" sz="280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2. Matriz de Riscos Corporativa:  </a:t>
            </a: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utilização dos principais riscos mapeados pela organização como base para priorização de testes e monitores.</a:t>
            </a:r>
            <a:br>
              <a:rPr lang="pt-BR" sz="2800" b="0"/>
            </a:br>
            <a:r>
              <a:rPr lang="pt-BR" sz="280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3. Lista de Automações Sugeridas: </a:t>
            </a: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partir da lista que foi criada pelos auditores de automações sugeridas</a:t>
            </a:r>
            <a:br>
              <a:rPr lang="pt-BR" sz="2800"/>
            </a:b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- </a:t>
            </a: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Lista Sugestoes Scripts</a:t>
            </a:r>
            <a:br>
              <a:rPr lang="pt-BR" sz="2800" b="0"/>
            </a:br>
            <a:r>
              <a:rPr lang="pt-BR" sz="280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4. Análise dos Scripts que já foram criados : </a:t>
            </a: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analisar os scripts que já foram criados e analisar se são viáveis para inclusão na nova estrutura</a:t>
            </a:r>
            <a:br>
              <a:rPr lang="pt-BR" sz="2800"/>
            </a:br>
            <a:br>
              <a:rPr lang="pt-BR" sz="2800"/>
            </a:b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A partir desse diagnóstico, serão priorizados os processos e testes com maior impacto de controle e maior potencial de automação, formando a primeira onda de monitores contínuos. </a:t>
            </a:r>
            <a:br>
              <a:rPr lang="pt-BR" sz="2800" b="0"/>
            </a:br>
            <a:r>
              <a:rPr lang="pt-BR" sz="28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O escopo será dinâmico e evolutivo, permitindo o acréscimo de novos monitores conforme a maturidade dos dados e a expansão da infraestrutura.</a:t>
            </a:r>
            <a:br>
              <a:rPr lang="pt-BR" sz="2800"/>
            </a:br>
            <a:br>
              <a:rPr lang="pt-BR" sz="2800"/>
            </a:br>
            <a:br>
              <a:rPr lang="pt-BR" sz="2800"/>
            </a:br>
            <a:br>
              <a:rPr lang="pt-BR" sz="3000"/>
            </a:br>
            <a:br>
              <a:rPr lang="pt-BR" sz="3000" b="0"/>
            </a:br>
            <a:br>
              <a:rPr lang="pt-BR" sz="3000" b="0"/>
            </a:br>
            <a:br>
              <a:rPr lang="pt-BR"/>
            </a:br>
            <a:endParaRPr lang="es-ES_tradnl"/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986E1976-AE22-E352-2996-D5EB5281454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14387" y="595838"/>
            <a:ext cx="20198152" cy="1038936"/>
          </a:xfrm>
          <a:prstGeom prst="rect">
            <a:avLst/>
          </a:prstGeom>
        </p:spPr>
        <p:txBody>
          <a:bodyPr/>
          <a:lstStyle/>
          <a:p>
            <a:r>
              <a:rPr lang="en-US" sz="5400" b="1">
                <a:solidFill>
                  <a:schemeClr val="tx2"/>
                </a:solidFill>
                <a:latin typeface="+mn-lt"/>
              </a:rPr>
              <a:t>2- Escopo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132247D-0272-F0B6-8D92-44C1D5996166}"/>
              </a:ext>
            </a:extLst>
          </p:cNvPr>
          <p:cNvCxnSpPr>
            <a:cxnSpLocks/>
          </p:cNvCxnSpPr>
          <p:nvPr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5C37A9-0F10-7FEA-A04D-8A3C64F40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/>
          <a:p>
            <a:pPr algn="r"/>
            <a:fld id="{92A49E42-579D-0A4D-A382-D64C66A04E33}" type="slidenum">
              <a:rPr lang="es-ES" smtClean="0">
                <a:latin typeface="+mn-lt"/>
              </a:rPr>
              <a:pPr algn="r"/>
              <a:t>3</a:t>
            </a:fld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29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9C96-DCFF-4C50-4016-D3AA0943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C61F4B7-4B95-CF63-CCFC-D4E80D34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25" y="1795151"/>
            <a:ext cx="21930875" cy="1978961"/>
          </a:xfrm>
        </p:spPr>
        <p:txBody>
          <a:bodyPr/>
          <a:lstStyle/>
          <a:p>
            <a:r>
              <a:rPr lang="pt-BR" sz="2800" b="0">
                <a:solidFill>
                  <a:schemeClr val="bg1">
                    <a:lumMod val="65000"/>
                  </a:schemeClr>
                </a:solidFill>
              </a:rPr>
              <a:t>A definição do escopo e dos testes automatizados será guiada pelos pilares estratégicos da Neoenergia, que refletem as principais dimensões de governança e desempenho da companhia. </a:t>
            </a:r>
            <a:br>
              <a:rPr lang="pt-BR" sz="2800" b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2800" b="0">
                <a:solidFill>
                  <a:schemeClr val="bg1">
                    <a:lumMod val="65000"/>
                  </a:schemeClr>
                </a:solidFill>
              </a:rPr>
              <a:t>Cada pilar desdobra-se em indicadores-chave que permitirão mensurar riscos, conformidade e efetividade dos controles internos.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br>
              <a:rPr lang="pt-BR"/>
            </a:br>
            <a:endParaRPr lang="es-ES_tradnl"/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4BEE3A8-40F2-D68B-C1DC-A14C840968A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14387" y="595838"/>
            <a:ext cx="20198152" cy="1038936"/>
          </a:xfrm>
          <a:prstGeom prst="rect">
            <a:avLst/>
          </a:prstGeom>
        </p:spPr>
        <p:txBody>
          <a:bodyPr/>
          <a:lstStyle/>
          <a:p>
            <a:r>
              <a:rPr lang="pt-BR" sz="5400" b="1">
                <a:solidFill>
                  <a:schemeClr val="tx2"/>
                </a:solidFill>
                <a:latin typeface="+mn-lt"/>
              </a:rPr>
              <a:t>3- Pilares Estratégicos e Indicadores</a:t>
            </a:r>
            <a:endParaRPr lang="en-US" sz="5400" b="1">
              <a:solidFill>
                <a:schemeClr val="tx2"/>
              </a:solidFill>
              <a:latin typeface="+mn-lt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716A924-E4EC-97BD-C277-3CB9E5D82133}"/>
              </a:ext>
            </a:extLst>
          </p:cNvPr>
          <p:cNvCxnSpPr>
            <a:cxnSpLocks/>
          </p:cNvCxnSpPr>
          <p:nvPr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1A0241-A5B6-D4C0-E993-C9DAC5BF6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/>
          <a:p>
            <a:pPr algn="r"/>
            <a:fld id="{92A49E42-579D-0A4D-A382-D64C66A04E33}" type="slidenum">
              <a:rPr lang="es-ES" smtClean="0">
                <a:latin typeface="+mn-lt"/>
              </a:rPr>
              <a:pPr algn="r"/>
              <a:t>4</a:t>
            </a:fld>
            <a:endParaRPr lang="es-ES">
              <a:latin typeface="+mn-lt"/>
            </a:endParaRPr>
          </a:p>
        </p:txBody>
      </p:sp>
      <p:sp>
        <p:nvSpPr>
          <p:cNvPr id="17" name="CuadroTexto 4">
            <a:extLst>
              <a:ext uri="{FF2B5EF4-FFF2-40B4-BE49-F238E27FC236}">
                <a16:creationId xmlns:a16="http://schemas.microsoft.com/office/drawing/2014/main" id="{E5935E21-DAD0-053E-A0C2-AC21F6F945C1}"/>
              </a:ext>
            </a:extLst>
          </p:cNvPr>
          <p:cNvSpPr txBox="1"/>
          <p:nvPr/>
        </p:nvSpPr>
        <p:spPr>
          <a:xfrm>
            <a:off x="574359" y="9306514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Governança</a:t>
            </a:r>
          </a:p>
        </p:txBody>
      </p:sp>
      <p:sp>
        <p:nvSpPr>
          <p:cNvPr id="34" name="CuadroTexto 4">
            <a:extLst>
              <a:ext uri="{FF2B5EF4-FFF2-40B4-BE49-F238E27FC236}">
                <a16:creationId xmlns:a16="http://schemas.microsoft.com/office/drawing/2014/main" id="{FD2C7CCC-A77A-F9F2-421F-30526CF3F431}"/>
              </a:ext>
            </a:extLst>
          </p:cNvPr>
          <p:cNvSpPr txBox="1"/>
          <p:nvPr/>
        </p:nvSpPr>
        <p:spPr>
          <a:xfrm>
            <a:off x="574360" y="11583486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Ambiental</a:t>
            </a:r>
          </a:p>
        </p:txBody>
      </p:sp>
      <p:sp>
        <p:nvSpPr>
          <p:cNvPr id="35" name="Rectángulo redondeado 5">
            <a:extLst>
              <a:ext uri="{FF2B5EF4-FFF2-40B4-BE49-F238E27FC236}">
                <a16:creationId xmlns:a16="http://schemas.microsoft.com/office/drawing/2014/main" id="{6F7C766D-C994-EF5F-3DDC-42A00D4FE9FE}"/>
              </a:ext>
            </a:extLst>
          </p:cNvPr>
          <p:cNvSpPr/>
          <p:nvPr/>
        </p:nvSpPr>
        <p:spPr>
          <a:xfrm>
            <a:off x="-2" y="5414630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ángulo redondeado 5">
            <a:extLst>
              <a:ext uri="{FF2B5EF4-FFF2-40B4-BE49-F238E27FC236}">
                <a16:creationId xmlns:a16="http://schemas.microsoft.com/office/drawing/2014/main" id="{148B7CE8-5D6E-B356-E21F-95E3C0F6E127}"/>
              </a:ext>
            </a:extLst>
          </p:cNvPr>
          <p:cNvSpPr/>
          <p:nvPr/>
        </p:nvSpPr>
        <p:spPr>
          <a:xfrm>
            <a:off x="0" y="7031333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ángulo redondeado 5">
            <a:extLst>
              <a:ext uri="{FF2B5EF4-FFF2-40B4-BE49-F238E27FC236}">
                <a16:creationId xmlns:a16="http://schemas.microsoft.com/office/drawing/2014/main" id="{5FB6EDCD-5427-BCC1-CC60-67B9DD7173E2}"/>
              </a:ext>
            </a:extLst>
          </p:cNvPr>
          <p:cNvSpPr/>
          <p:nvPr/>
        </p:nvSpPr>
        <p:spPr>
          <a:xfrm>
            <a:off x="28066" y="8648036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uadroTexto 6">
            <a:extLst>
              <a:ext uri="{FF2B5EF4-FFF2-40B4-BE49-F238E27FC236}">
                <a16:creationId xmlns:a16="http://schemas.microsoft.com/office/drawing/2014/main" id="{04E42B82-30C6-5B93-9E2F-9F5F17E134BF}"/>
              </a:ext>
            </a:extLst>
          </p:cNvPr>
          <p:cNvSpPr txBox="1"/>
          <p:nvPr/>
        </p:nvSpPr>
        <p:spPr>
          <a:xfrm>
            <a:off x="462923" y="5797490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1</a:t>
            </a:r>
          </a:p>
        </p:txBody>
      </p:sp>
      <p:sp>
        <p:nvSpPr>
          <p:cNvPr id="39" name="CuadroTexto 6">
            <a:extLst>
              <a:ext uri="{FF2B5EF4-FFF2-40B4-BE49-F238E27FC236}">
                <a16:creationId xmlns:a16="http://schemas.microsoft.com/office/drawing/2014/main" id="{2ABC1FFC-B0E6-0E21-8738-0FCD6F9842F9}"/>
              </a:ext>
            </a:extLst>
          </p:cNvPr>
          <p:cNvSpPr txBox="1"/>
          <p:nvPr/>
        </p:nvSpPr>
        <p:spPr>
          <a:xfrm>
            <a:off x="462922" y="7373808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2</a:t>
            </a:r>
          </a:p>
        </p:txBody>
      </p:sp>
      <p:sp>
        <p:nvSpPr>
          <p:cNvPr id="40" name="CuadroTexto 6">
            <a:extLst>
              <a:ext uri="{FF2B5EF4-FFF2-40B4-BE49-F238E27FC236}">
                <a16:creationId xmlns:a16="http://schemas.microsoft.com/office/drawing/2014/main" id="{6A3D3CC4-AFC5-BE81-5C35-4B2050E65D2D}"/>
              </a:ext>
            </a:extLst>
          </p:cNvPr>
          <p:cNvSpPr txBox="1"/>
          <p:nvPr/>
        </p:nvSpPr>
        <p:spPr>
          <a:xfrm>
            <a:off x="406962" y="9093413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3</a:t>
            </a:r>
          </a:p>
        </p:txBody>
      </p:sp>
      <p:sp>
        <p:nvSpPr>
          <p:cNvPr id="65" name="Título 7">
            <a:extLst>
              <a:ext uri="{FF2B5EF4-FFF2-40B4-BE49-F238E27FC236}">
                <a16:creationId xmlns:a16="http://schemas.microsoft.com/office/drawing/2014/main" id="{664A000C-CC63-FAE7-998A-6676D9FFE0A6}"/>
              </a:ext>
            </a:extLst>
          </p:cNvPr>
          <p:cNvSpPr txBox="1">
            <a:spLocks/>
          </p:cNvSpPr>
          <p:nvPr/>
        </p:nvSpPr>
        <p:spPr>
          <a:xfrm>
            <a:off x="343365" y="10921361"/>
            <a:ext cx="20198939" cy="197896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defRPr sz="4800" b="1" i="0" kern="120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5pPr>
            <a:lvl6pPr marL="18287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6pPr>
            <a:lvl7pPr marL="365741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7pPr>
            <a:lvl8pPr marL="548612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8pPr>
            <a:lvl9pPr marL="731483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Quais são os riscos? Pegamos da matriz?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Após a leitura dos relatórios conectamos os pilares, aos indicadores? Pensar dentro da estrutura que temos como ir conectando essas coisas </a:t>
            </a:r>
            <a:br>
              <a:rPr lang="pt-BR" sz="3000" b="0">
                <a:solidFill>
                  <a:schemeClr val="bg1">
                    <a:lumMod val="65000"/>
                  </a:schemeClr>
                </a:solidFill>
              </a:rPr>
            </a:br>
            <a:br>
              <a:rPr lang="pt-BR"/>
            </a:br>
            <a:endParaRPr lang="es-ES_tradnl"/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A8571A4A-7D8D-0247-FA2E-2A14C5050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72604"/>
            <a:ext cx="24372888" cy="1371991"/>
          </a:xfrm>
          <a:prstGeom prst="rect">
            <a:avLst/>
          </a:prstGeom>
        </p:spPr>
      </p:pic>
      <p:sp>
        <p:nvSpPr>
          <p:cNvPr id="3" name="CuadroTexto 4">
            <a:extLst>
              <a:ext uri="{FF2B5EF4-FFF2-40B4-BE49-F238E27FC236}">
                <a16:creationId xmlns:a16="http://schemas.microsoft.com/office/drawing/2014/main" id="{064464DD-C1E5-FC6D-4785-6CE652B820A5}"/>
              </a:ext>
            </a:extLst>
          </p:cNvPr>
          <p:cNvSpPr txBox="1"/>
          <p:nvPr/>
        </p:nvSpPr>
        <p:spPr>
          <a:xfrm>
            <a:off x="5699222" y="9283885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Governança</a:t>
            </a: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B5BB9864-9909-C075-44F1-DD8414EE8E65}"/>
              </a:ext>
            </a:extLst>
          </p:cNvPr>
          <p:cNvSpPr/>
          <p:nvPr/>
        </p:nvSpPr>
        <p:spPr>
          <a:xfrm>
            <a:off x="4896261" y="5392001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2EAA8BF-170C-EACD-9A68-9C47976F6C5C}"/>
              </a:ext>
            </a:extLst>
          </p:cNvPr>
          <p:cNvSpPr/>
          <p:nvPr/>
        </p:nvSpPr>
        <p:spPr>
          <a:xfrm>
            <a:off x="4896263" y="7008704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E8CDA714-EF00-00F8-9FAB-F4FE6593AD6A}"/>
              </a:ext>
            </a:extLst>
          </p:cNvPr>
          <p:cNvSpPr/>
          <p:nvPr/>
        </p:nvSpPr>
        <p:spPr>
          <a:xfrm>
            <a:off x="4924329" y="8625407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6">
            <a:extLst>
              <a:ext uri="{FF2B5EF4-FFF2-40B4-BE49-F238E27FC236}">
                <a16:creationId xmlns:a16="http://schemas.microsoft.com/office/drawing/2014/main" id="{5E39FEBC-226F-D76B-1592-20EE0A384999}"/>
              </a:ext>
            </a:extLst>
          </p:cNvPr>
          <p:cNvSpPr txBox="1"/>
          <p:nvPr/>
        </p:nvSpPr>
        <p:spPr>
          <a:xfrm>
            <a:off x="5359186" y="5774861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1</a:t>
            </a: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E74CB7C7-1BAE-BAAD-1230-C619D2B327A9}"/>
              </a:ext>
            </a:extLst>
          </p:cNvPr>
          <p:cNvSpPr txBox="1"/>
          <p:nvPr/>
        </p:nvSpPr>
        <p:spPr>
          <a:xfrm>
            <a:off x="5359185" y="7351179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2</a:t>
            </a:r>
          </a:p>
        </p:txBody>
      </p:sp>
      <p:sp>
        <p:nvSpPr>
          <p:cNvPr id="11" name="CuadroTexto 6">
            <a:extLst>
              <a:ext uri="{FF2B5EF4-FFF2-40B4-BE49-F238E27FC236}">
                <a16:creationId xmlns:a16="http://schemas.microsoft.com/office/drawing/2014/main" id="{6FEB5E93-B290-B909-F41F-FC6BF73EB049}"/>
              </a:ext>
            </a:extLst>
          </p:cNvPr>
          <p:cNvSpPr txBox="1"/>
          <p:nvPr/>
        </p:nvSpPr>
        <p:spPr>
          <a:xfrm>
            <a:off x="5303225" y="9070784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3</a:t>
            </a:r>
          </a:p>
        </p:txBody>
      </p:sp>
      <p:sp>
        <p:nvSpPr>
          <p:cNvPr id="12" name="CuadroTexto 4">
            <a:extLst>
              <a:ext uri="{FF2B5EF4-FFF2-40B4-BE49-F238E27FC236}">
                <a16:creationId xmlns:a16="http://schemas.microsoft.com/office/drawing/2014/main" id="{E37E9A5D-566C-B4CF-15D6-2354226E4331}"/>
              </a:ext>
            </a:extLst>
          </p:cNvPr>
          <p:cNvSpPr txBox="1"/>
          <p:nvPr/>
        </p:nvSpPr>
        <p:spPr>
          <a:xfrm>
            <a:off x="10442835" y="9341035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Governança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4A8AD2DC-49FE-DB88-4F60-B423195D7664}"/>
              </a:ext>
            </a:extLst>
          </p:cNvPr>
          <p:cNvSpPr/>
          <p:nvPr/>
        </p:nvSpPr>
        <p:spPr>
          <a:xfrm>
            <a:off x="9868474" y="5449151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CBA9F8B5-D2B2-0106-4CAD-DFA040843830}"/>
              </a:ext>
            </a:extLst>
          </p:cNvPr>
          <p:cNvSpPr/>
          <p:nvPr/>
        </p:nvSpPr>
        <p:spPr>
          <a:xfrm>
            <a:off x="9868476" y="7065854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19663D04-8D37-DDA2-8AE2-574320651E00}"/>
              </a:ext>
            </a:extLst>
          </p:cNvPr>
          <p:cNvSpPr/>
          <p:nvPr/>
        </p:nvSpPr>
        <p:spPr>
          <a:xfrm>
            <a:off x="9896542" y="8682557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6">
            <a:extLst>
              <a:ext uri="{FF2B5EF4-FFF2-40B4-BE49-F238E27FC236}">
                <a16:creationId xmlns:a16="http://schemas.microsoft.com/office/drawing/2014/main" id="{4F68A386-7BCA-85B3-AE95-D13FFC6410F7}"/>
              </a:ext>
            </a:extLst>
          </p:cNvPr>
          <p:cNvSpPr txBox="1"/>
          <p:nvPr/>
        </p:nvSpPr>
        <p:spPr>
          <a:xfrm>
            <a:off x="10331399" y="5832011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1</a:t>
            </a:r>
          </a:p>
        </p:txBody>
      </p:sp>
      <p:sp>
        <p:nvSpPr>
          <p:cNvPr id="20" name="CuadroTexto 6">
            <a:extLst>
              <a:ext uri="{FF2B5EF4-FFF2-40B4-BE49-F238E27FC236}">
                <a16:creationId xmlns:a16="http://schemas.microsoft.com/office/drawing/2014/main" id="{BB64A234-3375-416E-8DE1-810E6F4313BC}"/>
              </a:ext>
            </a:extLst>
          </p:cNvPr>
          <p:cNvSpPr txBox="1"/>
          <p:nvPr/>
        </p:nvSpPr>
        <p:spPr>
          <a:xfrm>
            <a:off x="10331398" y="7408329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2</a:t>
            </a:r>
          </a:p>
        </p:txBody>
      </p:sp>
      <p:sp>
        <p:nvSpPr>
          <p:cNvPr id="21" name="CuadroTexto 6">
            <a:extLst>
              <a:ext uri="{FF2B5EF4-FFF2-40B4-BE49-F238E27FC236}">
                <a16:creationId xmlns:a16="http://schemas.microsoft.com/office/drawing/2014/main" id="{4D1E1845-22BF-E8BD-9FC1-D2945E9F0CAE}"/>
              </a:ext>
            </a:extLst>
          </p:cNvPr>
          <p:cNvSpPr txBox="1"/>
          <p:nvPr/>
        </p:nvSpPr>
        <p:spPr>
          <a:xfrm>
            <a:off x="10275438" y="9127934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3</a:t>
            </a:r>
          </a:p>
        </p:txBody>
      </p:sp>
      <p:sp>
        <p:nvSpPr>
          <p:cNvPr id="22" name="CuadroTexto 4">
            <a:extLst>
              <a:ext uri="{FF2B5EF4-FFF2-40B4-BE49-F238E27FC236}">
                <a16:creationId xmlns:a16="http://schemas.microsoft.com/office/drawing/2014/main" id="{C5C6C06A-2C43-6A61-DB7F-CD5E7054A546}"/>
              </a:ext>
            </a:extLst>
          </p:cNvPr>
          <p:cNvSpPr txBox="1"/>
          <p:nvPr/>
        </p:nvSpPr>
        <p:spPr>
          <a:xfrm>
            <a:off x="15357391" y="9341035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Governança</a:t>
            </a:r>
          </a:p>
        </p:txBody>
      </p:sp>
      <p:sp>
        <p:nvSpPr>
          <p:cNvPr id="23" name="Rectángulo redondeado 5">
            <a:extLst>
              <a:ext uri="{FF2B5EF4-FFF2-40B4-BE49-F238E27FC236}">
                <a16:creationId xmlns:a16="http://schemas.microsoft.com/office/drawing/2014/main" id="{512F2650-03D7-22B2-FB08-AB1AA30C7A50}"/>
              </a:ext>
            </a:extLst>
          </p:cNvPr>
          <p:cNvSpPr/>
          <p:nvPr/>
        </p:nvSpPr>
        <p:spPr>
          <a:xfrm>
            <a:off x="14783030" y="5449151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redondeado 5">
            <a:extLst>
              <a:ext uri="{FF2B5EF4-FFF2-40B4-BE49-F238E27FC236}">
                <a16:creationId xmlns:a16="http://schemas.microsoft.com/office/drawing/2014/main" id="{382F58FB-77BC-F88B-522C-9578F6C00E38}"/>
              </a:ext>
            </a:extLst>
          </p:cNvPr>
          <p:cNvSpPr/>
          <p:nvPr/>
        </p:nvSpPr>
        <p:spPr>
          <a:xfrm>
            <a:off x="14783032" y="7065854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ángulo redondeado 5">
            <a:extLst>
              <a:ext uri="{FF2B5EF4-FFF2-40B4-BE49-F238E27FC236}">
                <a16:creationId xmlns:a16="http://schemas.microsoft.com/office/drawing/2014/main" id="{1985B626-C3E5-0F3E-9210-D9D444243A86}"/>
              </a:ext>
            </a:extLst>
          </p:cNvPr>
          <p:cNvSpPr/>
          <p:nvPr/>
        </p:nvSpPr>
        <p:spPr>
          <a:xfrm>
            <a:off x="14811098" y="8682557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6">
            <a:extLst>
              <a:ext uri="{FF2B5EF4-FFF2-40B4-BE49-F238E27FC236}">
                <a16:creationId xmlns:a16="http://schemas.microsoft.com/office/drawing/2014/main" id="{E85ED13F-1E12-E964-BD9B-E3C501DC4D8A}"/>
              </a:ext>
            </a:extLst>
          </p:cNvPr>
          <p:cNvSpPr txBox="1"/>
          <p:nvPr/>
        </p:nvSpPr>
        <p:spPr>
          <a:xfrm>
            <a:off x="15245955" y="5832011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1</a:t>
            </a:r>
          </a:p>
        </p:txBody>
      </p:sp>
      <p:sp>
        <p:nvSpPr>
          <p:cNvPr id="27" name="CuadroTexto 6">
            <a:extLst>
              <a:ext uri="{FF2B5EF4-FFF2-40B4-BE49-F238E27FC236}">
                <a16:creationId xmlns:a16="http://schemas.microsoft.com/office/drawing/2014/main" id="{9A97A7C4-418B-A48D-6B6D-97BDA8273395}"/>
              </a:ext>
            </a:extLst>
          </p:cNvPr>
          <p:cNvSpPr txBox="1"/>
          <p:nvPr/>
        </p:nvSpPr>
        <p:spPr>
          <a:xfrm>
            <a:off x="15245954" y="7408329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2</a:t>
            </a:r>
          </a:p>
        </p:txBody>
      </p:sp>
      <p:sp>
        <p:nvSpPr>
          <p:cNvPr id="28" name="CuadroTexto 6">
            <a:extLst>
              <a:ext uri="{FF2B5EF4-FFF2-40B4-BE49-F238E27FC236}">
                <a16:creationId xmlns:a16="http://schemas.microsoft.com/office/drawing/2014/main" id="{BDBAD6AB-5322-7AD1-D584-568A4D021AFE}"/>
              </a:ext>
            </a:extLst>
          </p:cNvPr>
          <p:cNvSpPr txBox="1"/>
          <p:nvPr/>
        </p:nvSpPr>
        <p:spPr>
          <a:xfrm>
            <a:off x="15189994" y="9127934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3</a:t>
            </a:r>
          </a:p>
        </p:txBody>
      </p:sp>
      <p:sp>
        <p:nvSpPr>
          <p:cNvPr id="29" name="CuadroTexto 4">
            <a:extLst>
              <a:ext uri="{FF2B5EF4-FFF2-40B4-BE49-F238E27FC236}">
                <a16:creationId xmlns:a16="http://schemas.microsoft.com/office/drawing/2014/main" id="{2430721B-DB3F-FE98-731F-0AA0795C343E}"/>
              </a:ext>
            </a:extLst>
          </p:cNvPr>
          <p:cNvSpPr txBox="1"/>
          <p:nvPr/>
        </p:nvSpPr>
        <p:spPr>
          <a:xfrm>
            <a:off x="20243372" y="9374439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Governança</a:t>
            </a:r>
          </a:p>
        </p:txBody>
      </p:sp>
      <p:sp>
        <p:nvSpPr>
          <p:cNvPr id="30" name="Rectángulo redondeado 5">
            <a:extLst>
              <a:ext uri="{FF2B5EF4-FFF2-40B4-BE49-F238E27FC236}">
                <a16:creationId xmlns:a16="http://schemas.microsoft.com/office/drawing/2014/main" id="{175382B3-3503-2566-4A81-E4749EF61242}"/>
              </a:ext>
            </a:extLst>
          </p:cNvPr>
          <p:cNvSpPr/>
          <p:nvPr/>
        </p:nvSpPr>
        <p:spPr>
          <a:xfrm>
            <a:off x="19669011" y="5482555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ángulo redondeado 5">
            <a:extLst>
              <a:ext uri="{FF2B5EF4-FFF2-40B4-BE49-F238E27FC236}">
                <a16:creationId xmlns:a16="http://schemas.microsoft.com/office/drawing/2014/main" id="{67600874-848E-002F-E67E-7B38C8A7D23D}"/>
              </a:ext>
            </a:extLst>
          </p:cNvPr>
          <p:cNvSpPr/>
          <p:nvPr/>
        </p:nvSpPr>
        <p:spPr>
          <a:xfrm>
            <a:off x="19669013" y="7099258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ángulo redondeado 5">
            <a:extLst>
              <a:ext uri="{FF2B5EF4-FFF2-40B4-BE49-F238E27FC236}">
                <a16:creationId xmlns:a16="http://schemas.microsoft.com/office/drawing/2014/main" id="{A4CD07FD-DFFB-260A-0488-C4A0C3C52BA3}"/>
              </a:ext>
            </a:extLst>
          </p:cNvPr>
          <p:cNvSpPr/>
          <p:nvPr/>
        </p:nvSpPr>
        <p:spPr>
          <a:xfrm>
            <a:off x="19697079" y="8715961"/>
            <a:ext cx="4661941" cy="1273622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adroTexto 6">
            <a:extLst>
              <a:ext uri="{FF2B5EF4-FFF2-40B4-BE49-F238E27FC236}">
                <a16:creationId xmlns:a16="http://schemas.microsoft.com/office/drawing/2014/main" id="{8C393145-49F5-CDC8-BEBD-EC7BB86BA540}"/>
              </a:ext>
            </a:extLst>
          </p:cNvPr>
          <p:cNvSpPr txBox="1"/>
          <p:nvPr/>
        </p:nvSpPr>
        <p:spPr>
          <a:xfrm>
            <a:off x="20131936" y="5865415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1</a:t>
            </a:r>
          </a:p>
        </p:txBody>
      </p:sp>
      <p:sp>
        <p:nvSpPr>
          <p:cNvPr id="47" name="CuadroTexto 6">
            <a:extLst>
              <a:ext uri="{FF2B5EF4-FFF2-40B4-BE49-F238E27FC236}">
                <a16:creationId xmlns:a16="http://schemas.microsoft.com/office/drawing/2014/main" id="{D5C4C5C9-B744-1AB4-79B3-0289A2BEFAB6}"/>
              </a:ext>
            </a:extLst>
          </p:cNvPr>
          <p:cNvSpPr txBox="1"/>
          <p:nvPr/>
        </p:nvSpPr>
        <p:spPr>
          <a:xfrm>
            <a:off x="20131935" y="7441733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2</a:t>
            </a:r>
          </a:p>
        </p:txBody>
      </p:sp>
      <p:sp>
        <p:nvSpPr>
          <p:cNvPr id="62" name="CuadroTexto 6">
            <a:extLst>
              <a:ext uri="{FF2B5EF4-FFF2-40B4-BE49-F238E27FC236}">
                <a16:creationId xmlns:a16="http://schemas.microsoft.com/office/drawing/2014/main" id="{42837FEB-9240-3679-292B-CE038B52B7D3}"/>
              </a:ext>
            </a:extLst>
          </p:cNvPr>
          <p:cNvSpPr txBox="1"/>
          <p:nvPr/>
        </p:nvSpPr>
        <p:spPr>
          <a:xfrm>
            <a:off x="20075975" y="9161338"/>
            <a:ext cx="3513221" cy="601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200" err="1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Indicador</a:t>
            </a:r>
            <a:r>
              <a:rPr lang="en-US" sz="3200">
                <a:solidFill>
                  <a:schemeClr val="tx2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6682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E74C-DDB0-703F-0987-ECC25AE1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71668AE-2ADB-5093-07F0-176AB39F1C9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14387" y="595838"/>
            <a:ext cx="20198152" cy="1038936"/>
          </a:xfrm>
          <a:prstGeom prst="rect">
            <a:avLst/>
          </a:prstGeom>
        </p:spPr>
        <p:txBody>
          <a:bodyPr/>
          <a:lstStyle/>
          <a:p>
            <a:r>
              <a:rPr lang="en-US" sz="5400" b="1">
                <a:solidFill>
                  <a:schemeClr val="tx2"/>
                </a:solidFill>
                <a:latin typeface="+mn-lt"/>
              </a:rPr>
              <a:t>4- Modelo de Trabalho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94B6B2A-BE3B-65C5-EBDB-3A83086FA8E1}"/>
              </a:ext>
            </a:extLst>
          </p:cNvPr>
          <p:cNvCxnSpPr>
            <a:cxnSpLocks/>
          </p:cNvCxnSpPr>
          <p:nvPr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9FCBEE-14B2-4436-A74E-A5475842B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/>
          <a:p>
            <a:pPr algn="r"/>
            <a:fld id="{92A49E42-579D-0A4D-A382-D64C66A04E33}" type="slidenum">
              <a:rPr lang="es-ES" smtClean="0">
                <a:latin typeface="+mn-lt"/>
              </a:rPr>
              <a:pPr algn="r"/>
              <a:t>5</a:t>
            </a:fld>
            <a:endParaRPr lang="es-ES">
              <a:latin typeface="+mn-lt"/>
            </a:endParaRPr>
          </a:p>
        </p:txBody>
      </p:sp>
      <p:sp>
        <p:nvSpPr>
          <p:cNvPr id="6" name="Título 7">
            <a:extLst>
              <a:ext uri="{FF2B5EF4-FFF2-40B4-BE49-F238E27FC236}">
                <a16:creationId xmlns:a16="http://schemas.microsoft.com/office/drawing/2014/main" id="{51492CE4-B39A-1EBA-96A1-2618360A6CEC}"/>
              </a:ext>
            </a:extLst>
          </p:cNvPr>
          <p:cNvSpPr txBox="1">
            <a:spLocks/>
          </p:cNvSpPr>
          <p:nvPr/>
        </p:nvSpPr>
        <p:spPr>
          <a:xfrm>
            <a:off x="957821" y="1710292"/>
            <a:ext cx="21959329" cy="1167748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defRPr sz="4800" b="1" i="0" kern="120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5pPr>
            <a:lvl6pPr marL="18287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6pPr>
            <a:lvl7pPr marL="365741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7pPr>
            <a:lvl8pPr marL="548612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8pPr>
            <a:lvl9pPr marL="731483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pt-BR" sz="3000">
                <a:solidFill>
                  <a:schemeClr val="bg1">
                    <a:lumMod val="65000"/>
                  </a:schemeClr>
                </a:solidFill>
              </a:rPr>
              <a:t>O modelo de atuação será dividido em três frentes principais:</a:t>
            </a:r>
          </a:p>
          <a:p>
            <a:endParaRPr lang="pt-BR" sz="300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pt-BR" sz="3000">
                <a:solidFill>
                  <a:schemeClr val="bg1">
                    <a:lumMod val="65000"/>
                  </a:schemeClr>
                </a:solidFill>
              </a:rPr>
              <a:t>1. Plano Semestral: </a:t>
            </a: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execução dos trabalhos definidos no plano</a:t>
            </a:r>
          </a:p>
          <a:p>
            <a:r>
              <a:rPr lang="pt-BR" sz="3000">
                <a:solidFill>
                  <a:schemeClr val="bg1">
                    <a:lumMod val="65000"/>
                  </a:schemeClr>
                </a:solidFill>
              </a:rPr>
              <a:t>2. Demandas pontuais: </a:t>
            </a: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solicitações diretas de auditores ou alta gestão</a:t>
            </a:r>
          </a:p>
          <a:p>
            <a:r>
              <a:rPr lang="pt-BR" sz="3000">
                <a:solidFill>
                  <a:schemeClr val="bg1">
                    <a:lumMod val="65000"/>
                  </a:schemeClr>
                </a:solidFill>
              </a:rPr>
              <a:t>3. Geração de dados e relatórios sob demanda: </a:t>
            </a:r>
            <a:r>
              <a:rPr lang="pt-BR" sz="3000" b="0">
                <a:solidFill>
                  <a:schemeClr val="bg1">
                    <a:lumMod val="65000"/>
                  </a:schemeClr>
                </a:solidFill>
              </a:rPr>
              <a:t>auxílio na extração/tratamento de dados necessário para algum trabalho de auditoria em andamento</a:t>
            </a:r>
          </a:p>
          <a:p>
            <a:endParaRPr lang="pt-BR" sz="30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96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E74C-DDB0-703F-0987-ECC25AE1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71668AE-2ADB-5093-07F0-176AB39F1C9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14387" y="595838"/>
            <a:ext cx="20198152" cy="1038936"/>
          </a:xfrm>
          <a:prstGeom prst="rect">
            <a:avLst/>
          </a:prstGeom>
        </p:spPr>
        <p:txBody>
          <a:bodyPr/>
          <a:lstStyle/>
          <a:p>
            <a:r>
              <a:rPr lang="en-US" sz="5400" b="1">
                <a:solidFill>
                  <a:schemeClr val="tx2"/>
                </a:solidFill>
                <a:latin typeface="+mn-lt"/>
              </a:rPr>
              <a:t>5- Resultado esperado (validar com Max se falta algo)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94B6B2A-BE3B-65C5-EBDB-3A83086FA8E1}"/>
              </a:ext>
            </a:extLst>
          </p:cNvPr>
          <p:cNvCxnSpPr>
            <a:cxnSpLocks/>
          </p:cNvCxnSpPr>
          <p:nvPr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9FCBEE-14B2-4436-A74E-A5475842B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/>
          <a:p>
            <a:pPr algn="r"/>
            <a:fld id="{92A49E42-579D-0A4D-A382-D64C66A04E33}" type="slidenum">
              <a:rPr lang="es-ES" smtClean="0">
                <a:latin typeface="+mn-lt"/>
              </a:rPr>
              <a:pPr algn="r"/>
              <a:t>6</a:t>
            </a:fld>
            <a:endParaRPr lang="es-ES">
              <a:latin typeface="+mn-lt"/>
            </a:endParaRPr>
          </a:p>
        </p:txBody>
      </p:sp>
      <p:sp>
        <p:nvSpPr>
          <p:cNvPr id="6" name="Título 7">
            <a:extLst>
              <a:ext uri="{FF2B5EF4-FFF2-40B4-BE49-F238E27FC236}">
                <a16:creationId xmlns:a16="http://schemas.microsoft.com/office/drawing/2014/main" id="{51492CE4-B39A-1EBA-96A1-2618360A6CEC}"/>
              </a:ext>
            </a:extLst>
          </p:cNvPr>
          <p:cNvSpPr txBox="1">
            <a:spLocks/>
          </p:cNvSpPr>
          <p:nvPr/>
        </p:nvSpPr>
        <p:spPr>
          <a:xfrm>
            <a:off x="957821" y="1710292"/>
            <a:ext cx="21959329" cy="1167748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defRPr sz="4800" b="1" i="0" kern="120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5pPr>
            <a:lvl6pPr marL="18287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6pPr>
            <a:lvl7pPr marL="365741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7pPr>
            <a:lvl8pPr marL="548612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8pPr>
            <a:lvl9pPr marL="731483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endParaRPr lang="pt-BR" sz="300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pt-BR" sz="300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Colaboração com auditores:</a:t>
            </a:r>
          </a:p>
          <a:p>
            <a:r>
              <a:rPr lang="pt-BR" sz="3000" b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• Participação em reuniões de planejamento e walkthroughs quando necessário</a:t>
            </a:r>
          </a:p>
          <a:p>
            <a:r>
              <a:rPr lang="pt-BR" sz="3000" b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• Inclusão de passo adicional para análise de complexidade antes da execução</a:t>
            </a:r>
          </a:p>
          <a:p>
            <a:r>
              <a:rPr lang="pt-BR" sz="3000" b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• Prazo de execução definido conforme risco e complexidade</a:t>
            </a:r>
          </a:p>
          <a:p>
            <a:endParaRPr lang="pt-BR" sz="3000" b="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</a:endParaRPr>
          </a:p>
          <a:p>
            <a:r>
              <a:rPr lang="pt-BR" sz="300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Redução de testes amostrais:</a:t>
            </a:r>
          </a:p>
          <a:p>
            <a:r>
              <a:rPr lang="pt-BR" sz="3000" b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• Frente estratégica adicional para substituição gradual por automações</a:t>
            </a:r>
          </a:p>
          <a:p>
            <a:r>
              <a:rPr lang="pt-BR" sz="3000" b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• Funcionamento: auditor propõe o teste → time de dados avalia viabilidade → inclusão no pipeline de automação</a:t>
            </a:r>
          </a:p>
          <a:p>
            <a:endParaRPr lang="pt-BR" sz="3000" b="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</a:endParaRPr>
          </a:p>
          <a:p>
            <a:r>
              <a:rPr lang="pt-BR" sz="300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Priorização das demandas: </a:t>
            </a:r>
            <a:r>
              <a:rPr lang="pt-BR" sz="3000" b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 recebemos a demanda o  alinhamento deverá ser feito com o gestor da área,  o foco principal no cumprimento do plano semestral e o atendimento de demandas emergenciais será conforme prioridade estratégica</a:t>
            </a:r>
          </a:p>
          <a:p>
            <a:endParaRPr lang="pt-BR" sz="30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79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9B24D046-0990-708A-FFC2-DF7508756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A49E42-579D-0A4D-A382-D64C66A04E33}" type="slidenum">
              <a:rPr lang="es-ES" smtClean="0"/>
              <a:pPr/>
              <a:t>7</a:t>
            </a:fld>
            <a:endParaRPr lang="es-ES"/>
          </a:p>
        </p:txBody>
      </p:sp>
      <p:pic>
        <p:nvPicPr>
          <p:cNvPr id="2050" name="Picture 2" descr="S3 Icons and Symbols - Download Free PNG &amp; SVG">
            <a:extLst>
              <a:ext uri="{FF2B5EF4-FFF2-40B4-BE49-F238E27FC236}">
                <a16:creationId xmlns:a16="http://schemas.microsoft.com/office/drawing/2014/main" id="{F7B0EE0B-72E6-1C9E-AE88-F65D71A51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106" y="3882012"/>
            <a:ext cx="1404392" cy="140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E16CB76-635F-3D82-5C03-32570FC6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316" y="1988828"/>
            <a:ext cx="1183972" cy="1190219"/>
          </a:xfrm>
          <a:prstGeom prst="rect">
            <a:avLst/>
          </a:prstGeom>
        </p:spPr>
      </p:pic>
      <p:pic>
        <p:nvPicPr>
          <p:cNvPr id="2054" name="Picture 6" descr="Aws Glue icon - Free Download PNG &amp; SVG | Streamline">
            <a:extLst>
              <a:ext uri="{FF2B5EF4-FFF2-40B4-BE49-F238E27FC236}">
                <a16:creationId xmlns:a16="http://schemas.microsoft.com/office/drawing/2014/main" id="{DB1C9D1A-BA6F-C5A8-FEE3-FD2B84869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988" y="5908082"/>
            <a:ext cx="1415162" cy="14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ws Athena icon - Free Download PNG &amp; SVG | Streamline">
            <a:extLst>
              <a:ext uri="{FF2B5EF4-FFF2-40B4-BE49-F238E27FC236}">
                <a16:creationId xmlns:a16="http://schemas.microsoft.com/office/drawing/2014/main" id="{067A2DDF-D782-F24F-6A0A-DC6935E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831" y="8777721"/>
            <a:ext cx="1340271" cy="134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842FE2EF-443F-FC77-6955-F214A6459B7A}"/>
              </a:ext>
            </a:extLst>
          </p:cNvPr>
          <p:cNvSpPr txBox="1">
            <a:spLocks/>
          </p:cNvSpPr>
          <p:nvPr/>
        </p:nvSpPr>
        <p:spPr>
          <a:xfrm>
            <a:off x="7794993" y="3228095"/>
            <a:ext cx="3113069" cy="519525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n-lt"/>
              </a:rPr>
              <a:t>AWS Transfer Family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9DB437-D66C-DDA9-02AD-2886E4A3D670}"/>
              </a:ext>
            </a:extLst>
          </p:cNvPr>
          <p:cNvSpPr txBox="1">
            <a:spLocks/>
          </p:cNvSpPr>
          <p:nvPr/>
        </p:nvSpPr>
        <p:spPr>
          <a:xfrm>
            <a:off x="9694056" y="2036483"/>
            <a:ext cx="8274563" cy="1081324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  <a:t>Ingestão de dados</a:t>
            </a:r>
            <a:br>
              <a:rPr lang="en-US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en-US">
                <a:solidFill>
                  <a:schemeClr val="bg1">
                    <a:lumMod val="65000"/>
                  </a:schemeClr>
                </a:solidFill>
                <a:latin typeface="+mn-lt"/>
              </a:rPr>
              <a:t>Recebe arquivos via FTP e armazena no S3</a:t>
            </a:r>
          </a:p>
          <a:p>
            <a:endParaRPr lang="en-US" b="1">
              <a:solidFill>
                <a:schemeClr val="tx2"/>
              </a:solidFill>
              <a:latin typeface="+mn-lt"/>
            </a:endParaRPr>
          </a:p>
          <a:p>
            <a:endParaRPr lang="en-US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49" name="Marcador de texto 10">
            <a:extLst>
              <a:ext uri="{FF2B5EF4-FFF2-40B4-BE49-F238E27FC236}">
                <a16:creationId xmlns:a16="http://schemas.microsoft.com/office/drawing/2014/main" id="{7D1DAF68-E861-634E-4647-0C6A6131D16F}"/>
              </a:ext>
            </a:extLst>
          </p:cNvPr>
          <p:cNvSpPr txBox="1">
            <a:spLocks/>
          </p:cNvSpPr>
          <p:nvPr/>
        </p:nvSpPr>
        <p:spPr>
          <a:xfrm>
            <a:off x="8409428" y="5267261"/>
            <a:ext cx="1266463" cy="317998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n-lt"/>
              </a:rPr>
              <a:t>AWS S3</a:t>
            </a:r>
          </a:p>
        </p:txBody>
      </p:sp>
      <p:sp>
        <p:nvSpPr>
          <p:cNvPr id="2051" name="Marcador de texto 10">
            <a:extLst>
              <a:ext uri="{FF2B5EF4-FFF2-40B4-BE49-F238E27FC236}">
                <a16:creationId xmlns:a16="http://schemas.microsoft.com/office/drawing/2014/main" id="{EFCFC912-7E21-8CAB-4E65-7DBA11764AA7}"/>
              </a:ext>
            </a:extLst>
          </p:cNvPr>
          <p:cNvSpPr txBox="1">
            <a:spLocks/>
          </p:cNvSpPr>
          <p:nvPr/>
        </p:nvSpPr>
        <p:spPr>
          <a:xfrm>
            <a:off x="8218106" y="7543820"/>
            <a:ext cx="1475950" cy="359831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n-lt"/>
              </a:rPr>
              <a:t>AWS Glue</a:t>
            </a:r>
          </a:p>
        </p:txBody>
      </p:sp>
      <p:sp>
        <p:nvSpPr>
          <p:cNvPr id="2048" name="Marcador de texto 10">
            <a:extLst>
              <a:ext uri="{FF2B5EF4-FFF2-40B4-BE49-F238E27FC236}">
                <a16:creationId xmlns:a16="http://schemas.microsoft.com/office/drawing/2014/main" id="{D8DA1DD2-C36B-B4C0-0773-681F1ACFCC78}"/>
              </a:ext>
            </a:extLst>
          </p:cNvPr>
          <p:cNvSpPr txBox="1">
            <a:spLocks/>
          </p:cNvSpPr>
          <p:nvPr/>
        </p:nvSpPr>
        <p:spPr>
          <a:xfrm>
            <a:off x="9675891" y="3966778"/>
            <a:ext cx="8274563" cy="1081324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  <a:t>Repositório de Dados</a:t>
            </a:r>
            <a:b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en-US">
                <a:solidFill>
                  <a:schemeClr val="bg1">
                    <a:lumMod val="65000"/>
                  </a:schemeClr>
                </a:solidFill>
                <a:latin typeface="+mn-lt"/>
              </a:rPr>
              <a:t>Onde dos dados são armazenados e trigger para iniciar o ETL</a:t>
            </a:r>
          </a:p>
          <a:p>
            <a:endParaRPr lang="en-US" b="1">
              <a:solidFill>
                <a:schemeClr val="tx2"/>
              </a:solidFill>
              <a:latin typeface="+mn-lt"/>
            </a:endParaRPr>
          </a:p>
          <a:p>
            <a:endParaRPr lang="en-US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55" name="Marcador de texto 10">
            <a:extLst>
              <a:ext uri="{FF2B5EF4-FFF2-40B4-BE49-F238E27FC236}">
                <a16:creationId xmlns:a16="http://schemas.microsoft.com/office/drawing/2014/main" id="{F5ED7464-60DD-4201-3593-159728310B1B}"/>
              </a:ext>
            </a:extLst>
          </p:cNvPr>
          <p:cNvSpPr txBox="1">
            <a:spLocks/>
          </p:cNvSpPr>
          <p:nvPr/>
        </p:nvSpPr>
        <p:spPr>
          <a:xfrm>
            <a:off x="9750650" y="5892200"/>
            <a:ext cx="8274563" cy="1415162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  <a:t>Processamento e ETL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+mn-lt"/>
              </a:rPr>
              <a:t>ETL para tratar os dados</a:t>
            </a:r>
            <a:b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en-US">
                <a:solidFill>
                  <a:schemeClr val="bg1">
                    <a:lumMod val="65000"/>
                  </a:schemeClr>
                </a:solidFill>
                <a:latin typeface="+mn-lt"/>
              </a:rPr>
              <a:t>Crawler para catalogar os dados</a:t>
            </a:r>
          </a:p>
          <a:p>
            <a:endParaRPr lang="en-US" b="1">
              <a:solidFill>
                <a:schemeClr val="tx2"/>
              </a:solidFill>
              <a:latin typeface="+mn-lt"/>
            </a:endParaRPr>
          </a:p>
          <a:p>
            <a:endParaRPr lang="en-US" b="1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2059" name="Imagem 2058">
            <a:extLst>
              <a:ext uri="{FF2B5EF4-FFF2-40B4-BE49-F238E27FC236}">
                <a16:creationId xmlns:a16="http://schemas.microsoft.com/office/drawing/2014/main" id="{8238105F-5B00-2537-5C26-BA398FB6B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436" y="7990302"/>
            <a:ext cx="8866341" cy="771594"/>
          </a:xfrm>
          <a:prstGeom prst="rect">
            <a:avLst/>
          </a:prstGeom>
        </p:spPr>
      </p:pic>
      <p:pic>
        <p:nvPicPr>
          <p:cNvPr id="2060" name="Picture 12" descr="Aws Cloudwatch PNG Logo — Download Free Transparent Logo">
            <a:extLst>
              <a:ext uri="{FF2B5EF4-FFF2-40B4-BE49-F238E27FC236}">
                <a16:creationId xmlns:a16="http://schemas.microsoft.com/office/drawing/2014/main" id="{2D32C039-E685-93F8-3AD9-1567D0376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4777" y="8832195"/>
            <a:ext cx="1340271" cy="134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Ícones, Logotipos, Símbolos de Power bi – Baixe ...">
            <a:extLst>
              <a:ext uri="{FF2B5EF4-FFF2-40B4-BE49-F238E27FC236}">
                <a16:creationId xmlns:a16="http://schemas.microsoft.com/office/drawing/2014/main" id="{1BA80EC4-01F2-2209-5325-150A4E2F8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917" y="11496972"/>
            <a:ext cx="16478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Marcador de texto 10">
            <a:extLst>
              <a:ext uri="{FF2B5EF4-FFF2-40B4-BE49-F238E27FC236}">
                <a16:creationId xmlns:a16="http://schemas.microsoft.com/office/drawing/2014/main" id="{86000332-0649-BC26-7B7B-779ABFFC0E73}"/>
              </a:ext>
            </a:extLst>
          </p:cNvPr>
          <p:cNvSpPr txBox="1">
            <a:spLocks/>
          </p:cNvSpPr>
          <p:nvPr/>
        </p:nvSpPr>
        <p:spPr>
          <a:xfrm>
            <a:off x="4645945" y="10184326"/>
            <a:ext cx="1923770" cy="514093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n-lt"/>
              </a:rPr>
              <a:t>AWS Athena</a:t>
            </a:r>
          </a:p>
        </p:txBody>
      </p:sp>
      <p:sp>
        <p:nvSpPr>
          <p:cNvPr id="2063" name="Marcador de texto 10">
            <a:extLst>
              <a:ext uri="{FF2B5EF4-FFF2-40B4-BE49-F238E27FC236}">
                <a16:creationId xmlns:a16="http://schemas.microsoft.com/office/drawing/2014/main" id="{EC3A4CBA-907C-14AA-40D9-EF72B9F787F8}"/>
              </a:ext>
            </a:extLst>
          </p:cNvPr>
          <p:cNvSpPr txBox="1">
            <a:spLocks/>
          </p:cNvSpPr>
          <p:nvPr/>
        </p:nvSpPr>
        <p:spPr>
          <a:xfrm>
            <a:off x="14689065" y="10242516"/>
            <a:ext cx="2741016" cy="514093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n-lt"/>
              </a:rPr>
              <a:t>AWS CloudWatch</a:t>
            </a:r>
          </a:p>
        </p:txBody>
      </p:sp>
      <p:sp>
        <p:nvSpPr>
          <p:cNvPr id="2065" name="Marcador de texto 10">
            <a:extLst>
              <a:ext uri="{FF2B5EF4-FFF2-40B4-BE49-F238E27FC236}">
                <a16:creationId xmlns:a16="http://schemas.microsoft.com/office/drawing/2014/main" id="{2968A073-C44E-3942-FB8D-42515502B3CF}"/>
              </a:ext>
            </a:extLst>
          </p:cNvPr>
          <p:cNvSpPr txBox="1">
            <a:spLocks/>
          </p:cNvSpPr>
          <p:nvPr/>
        </p:nvSpPr>
        <p:spPr>
          <a:xfrm>
            <a:off x="1016221" y="8802002"/>
            <a:ext cx="3988385" cy="1579523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  <a:t>Consulta e Análise</a:t>
            </a:r>
            <a:b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  <a:t>Consulta via SQL ou Python.</a:t>
            </a:r>
            <a:b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  <a:t>Base para monitoramentos e análises.</a:t>
            </a:r>
            <a:endParaRPr lang="en-US" b="1">
              <a:solidFill>
                <a:schemeClr val="tx2"/>
              </a:solidFill>
              <a:latin typeface="+mn-lt"/>
            </a:endParaRPr>
          </a:p>
          <a:p>
            <a:endParaRPr lang="en-US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66" name="Marcador de texto 10">
            <a:extLst>
              <a:ext uri="{FF2B5EF4-FFF2-40B4-BE49-F238E27FC236}">
                <a16:creationId xmlns:a16="http://schemas.microsoft.com/office/drawing/2014/main" id="{508192BD-491B-053C-C389-FAE9085AD75E}"/>
              </a:ext>
            </a:extLst>
          </p:cNvPr>
          <p:cNvSpPr txBox="1">
            <a:spLocks/>
          </p:cNvSpPr>
          <p:nvPr/>
        </p:nvSpPr>
        <p:spPr>
          <a:xfrm>
            <a:off x="16585800" y="8802002"/>
            <a:ext cx="3988385" cy="1579523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  <a:t>Monitoramento</a:t>
            </a:r>
            <a:b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  <a:t>Logs e alertas de falhas no Glue e outros serviços</a:t>
            </a:r>
            <a:endParaRPr lang="en-US" b="1">
              <a:solidFill>
                <a:schemeClr val="tx2"/>
              </a:solidFill>
              <a:latin typeface="+mn-lt"/>
            </a:endParaRPr>
          </a:p>
          <a:p>
            <a:endParaRPr lang="en-US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67" name="Marcador de texto 10">
            <a:extLst>
              <a:ext uri="{FF2B5EF4-FFF2-40B4-BE49-F238E27FC236}">
                <a16:creationId xmlns:a16="http://schemas.microsoft.com/office/drawing/2014/main" id="{301026A6-FB31-3053-27C0-65A7B070D218}"/>
              </a:ext>
            </a:extLst>
          </p:cNvPr>
          <p:cNvSpPr txBox="1">
            <a:spLocks/>
          </p:cNvSpPr>
          <p:nvPr/>
        </p:nvSpPr>
        <p:spPr>
          <a:xfrm>
            <a:off x="5008558" y="12946778"/>
            <a:ext cx="2741016" cy="514093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n-lt"/>
              </a:rPr>
              <a:t>Powerbi</a:t>
            </a:r>
          </a:p>
        </p:txBody>
      </p:sp>
      <p:sp>
        <p:nvSpPr>
          <p:cNvPr id="2068" name="Marcador de texto 10">
            <a:extLst>
              <a:ext uri="{FF2B5EF4-FFF2-40B4-BE49-F238E27FC236}">
                <a16:creationId xmlns:a16="http://schemas.microsoft.com/office/drawing/2014/main" id="{8A943135-B722-2841-E075-CC42AF706551}"/>
              </a:ext>
            </a:extLst>
          </p:cNvPr>
          <p:cNvSpPr txBox="1">
            <a:spLocks/>
          </p:cNvSpPr>
          <p:nvPr/>
        </p:nvSpPr>
        <p:spPr>
          <a:xfrm>
            <a:off x="837772" y="11456866"/>
            <a:ext cx="3988385" cy="1333858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  <a:t>Visualização e Alertas</a:t>
            </a:r>
            <a:b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  <a:t>Dashboards com KPIs e alertas.</a:t>
            </a:r>
            <a:b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  <a:t>Conexão direta com Athena.</a:t>
            </a:r>
            <a:endParaRPr lang="en-US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69" name="Marcador de texto 10">
            <a:extLst>
              <a:ext uri="{FF2B5EF4-FFF2-40B4-BE49-F238E27FC236}">
                <a16:creationId xmlns:a16="http://schemas.microsoft.com/office/drawing/2014/main" id="{DB9F781A-A33D-2425-267E-232F841E60C4}"/>
              </a:ext>
            </a:extLst>
          </p:cNvPr>
          <p:cNvSpPr txBox="1">
            <a:spLocks/>
          </p:cNvSpPr>
          <p:nvPr/>
        </p:nvSpPr>
        <p:spPr>
          <a:xfrm>
            <a:off x="1052397" y="565145"/>
            <a:ext cx="20198152" cy="103893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>
                <a:solidFill>
                  <a:schemeClr val="tx2"/>
                </a:solidFill>
                <a:latin typeface="+mn-lt"/>
                <a:ea typeface="IberPangea Text Light"/>
                <a:cs typeface="IberPangea Text Light"/>
              </a:rPr>
              <a:t>6- Arquitetura Técnica</a:t>
            </a:r>
          </a:p>
        </p:txBody>
      </p:sp>
      <p:pic>
        <p:nvPicPr>
          <p:cNvPr id="2070" name="Picture 18" descr="Cloud Icons | AWS Identity And Access Management">
            <a:extLst>
              <a:ext uri="{FF2B5EF4-FFF2-40B4-BE49-F238E27FC236}">
                <a16:creationId xmlns:a16="http://schemas.microsoft.com/office/drawing/2014/main" id="{11125244-A6F8-7C61-3E33-9D083BDE0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185" y="8770243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Marcador de texto 10">
            <a:extLst>
              <a:ext uri="{FF2B5EF4-FFF2-40B4-BE49-F238E27FC236}">
                <a16:creationId xmlns:a16="http://schemas.microsoft.com/office/drawing/2014/main" id="{95A9EECF-0DFD-5D05-6B51-08144DE2EFC8}"/>
              </a:ext>
            </a:extLst>
          </p:cNvPr>
          <p:cNvSpPr txBox="1">
            <a:spLocks/>
          </p:cNvSpPr>
          <p:nvPr/>
        </p:nvSpPr>
        <p:spPr>
          <a:xfrm>
            <a:off x="9177185" y="10203246"/>
            <a:ext cx="1532878" cy="436983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n-lt"/>
              </a:rPr>
              <a:t>AWS IAM</a:t>
            </a:r>
          </a:p>
        </p:txBody>
      </p:sp>
      <p:sp>
        <p:nvSpPr>
          <p:cNvPr id="2073" name="Marcador de texto 10">
            <a:extLst>
              <a:ext uri="{FF2B5EF4-FFF2-40B4-BE49-F238E27FC236}">
                <a16:creationId xmlns:a16="http://schemas.microsoft.com/office/drawing/2014/main" id="{AA5A0304-EC54-C857-D9D3-EBF1EBD8403B}"/>
              </a:ext>
            </a:extLst>
          </p:cNvPr>
          <p:cNvSpPr txBox="1">
            <a:spLocks/>
          </p:cNvSpPr>
          <p:nvPr/>
        </p:nvSpPr>
        <p:spPr>
          <a:xfrm>
            <a:off x="10637105" y="8802002"/>
            <a:ext cx="3988385" cy="1579523"/>
          </a:xfrm>
          <a:prstGeom prst="rect">
            <a:avLst/>
          </a:prstGeom>
        </p:spPr>
        <p:txBody>
          <a:bodyPr/>
          <a:lstStyle>
            <a:lvl1pPr marL="0" indent="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Tx/>
              <a:buNone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271463" indent="-247650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536575" indent="-219075" algn="l" defTabSz="662400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800100" indent="-219075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073150" indent="-227013" algn="l" rtl="0" eaLnBrk="1" fontAlgn="base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4"/>
              </a:buClr>
              <a:buFont typeface="Arial"/>
              <a:buChar char="–"/>
              <a:tabLst/>
              <a:defRPr sz="2000" b="0" i="0" kern="1200">
                <a:solidFill>
                  <a:schemeClr val="accent4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309563" indent="-285750" algn="l" defTabSz="3657418" rtl="0" eaLnBrk="1" latinLnBrk="0" hangingPunct="1">
              <a:lnSpc>
                <a:spcPct val="100000"/>
              </a:lnSpc>
              <a:spcBef>
                <a:spcPts val="2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11886606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5314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022" indent="-914354" algn="l" defTabSz="3657418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  <a:t>Segurança e Governança</a:t>
            </a:r>
            <a:br>
              <a:rPr lang="en-US" b="1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pt-BR">
                <a:solidFill>
                  <a:schemeClr val="bg1">
                    <a:lumMod val="65000"/>
                  </a:schemeClr>
                </a:solidFill>
                <a:latin typeface="+mn-lt"/>
              </a:rPr>
              <a:t>Controle de acesso aos serviços e dados.</a:t>
            </a:r>
            <a:endParaRPr lang="en-US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74" name="Título 7">
            <a:extLst>
              <a:ext uri="{FF2B5EF4-FFF2-40B4-BE49-F238E27FC236}">
                <a16:creationId xmlns:a16="http://schemas.microsoft.com/office/drawing/2014/main" id="{1585ABBD-F29E-EDB9-1803-405FDDC7BC97}"/>
              </a:ext>
            </a:extLst>
          </p:cNvPr>
          <p:cNvSpPr txBox="1">
            <a:spLocks/>
          </p:cNvSpPr>
          <p:nvPr/>
        </p:nvSpPr>
        <p:spPr>
          <a:xfrm>
            <a:off x="1085044" y="1966483"/>
            <a:ext cx="3988385" cy="6504388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defRPr sz="4800" b="1" i="0" kern="120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5pPr>
            <a:lvl6pPr marL="18287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6pPr>
            <a:lvl7pPr marL="365741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7pPr>
            <a:lvl8pPr marL="548612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8pPr>
            <a:lvl9pPr marL="731483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br>
              <a:rPr lang="pt-BR"/>
            </a:br>
            <a:endParaRPr lang="es-ES_tradnl"/>
          </a:p>
        </p:txBody>
      </p:sp>
      <p:sp>
        <p:nvSpPr>
          <p:cNvPr id="2075" name="Rounded Rectangle 8">
            <a:extLst>
              <a:ext uri="{FF2B5EF4-FFF2-40B4-BE49-F238E27FC236}">
                <a16:creationId xmlns:a16="http://schemas.microsoft.com/office/drawing/2014/main" id="{B8CE7F4A-86F8-BFA4-6F99-2790CA38DF6F}"/>
              </a:ext>
            </a:extLst>
          </p:cNvPr>
          <p:cNvSpPr/>
          <p:nvPr/>
        </p:nvSpPr>
        <p:spPr>
          <a:xfrm>
            <a:off x="1252516" y="1988828"/>
            <a:ext cx="4915033" cy="2397834"/>
          </a:xfrm>
          <a:prstGeom prst="roundRect">
            <a:avLst>
              <a:gd name="adj" fmla="val 1936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/>
              <a:t>Pontos críticos e recomendações:</a:t>
            </a:r>
          </a:p>
          <a:p>
            <a:pPr algn="ctr"/>
            <a:endParaRPr lang="pt-BR" sz="2000" b="1"/>
          </a:p>
          <a:p>
            <a:pPr algn="ctr"/>
            <a:r>
              <a:rPr lang="pt-BR" sz="2000" b="1"/>
              <a:t>• Importância da definição quanto a forma que os acessos aos dados vão ser disponibilizados, isso é essencial para criação dos testes</a:t>
            </a:r>
            <a:br>
              <a:rPr lang="pt-BR" sz="2000" b="1"/>
            </a:br>
            <a:endParaRPr lang="pt-BR" sz="2000" b="1"/>
          </a:p>
        </p:txBody>
      </p:sp>
    </p:spTree>
    <p:extLst>
      <p:ext uri="{BB962C8B-B14F-4D97-AF65-F5344CB8AC3E}">
        <p14:creationId xmlns:p14="http://schemas.microsoft.com/office/powerpoint/2010/main" val="128931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5F70F-AF9C-7D0B-6A53-FB7E9C9C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934F6E50-B826-A471-AEF3-C0C1B964CDA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14387" y="595838"/>
            <a:ext cx="20198152" cy="103893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5400" b="1">
                <a:solidFill>
                  <a:schemeClr val="tx2"/>
                </a:solidFill>
                <a:latin typeface="+mn-lt"/>
                <a:ea typeface="IberPangea Text Light"/>
                <a:cs typeface="IberPangea Text Light"/>
              </a:rPr>
              <a:t>6- Cronograma e Entregáveis</a:t>
            </a:r>
            <a:endParaRPr lang="en-US" sz="5400" b="1">
              <a:solidFill>
                <a:schemeClr val="tx2"/>
              </a:solidFill>
              <a:latin typeface="+mn-lt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6A92E20-5098-DF16-B405-F25A6BFA18E7}"/>
              </a:ext>
            </a:extLst>
          </p:cNvPr>
          <p:cNvCxnSpPr>
            <a:cxnSpLocks/>
          </p:cNvCxnSpPr>
          <p:nvPr/>
        </p:nvCxnSpPr>
        <p:spPr>
          <a:xfrm>
            <a:off x="791642" y="1634774"/>
            <a:ext cx="227763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36D79C-AAB7-9401-A91F-0482F6BBE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28208" y="12906672"/>
            <a:ext cx="1239817" cy="481106"/>
          </a:xfrm>
          <a:prstGeom prst="rect">
            <a:avLst/>
          </a:prstGeom>
        </p:spPr>
        <p:txBody>
          <a:bodyPr/>
          <a:lstStyle/>
          <a:p>
            <a:pPr algn="r"/>
            <a:fld id="{92A49E42-579D-0A4D-A382-D64C66A04E33}" type="slidenum">
              <a:rPr lang="es-ES" smtClean="0">
                <a:latin typeface="+mn-lt"/>
              </a:rPr>
              <a:pPr algn="r"/>
              <a:t>8</a:t>
            </a:fld>
            <a:endParaRPr lang="es-ES">
              <a:latin typeface="+mn-lt"/>
            </a:endParaRPr>
          </a:p>
        </p:txBody>
      </p:sp>
      <p:sp>
        <p:nvSpPr>
          <p:cNvPr id="5" name="Título 7">
            <a:extLst>
              <a:ext uri="{FF2B5EF4-FFF2-40B4-BE49-F238E27FC236}">
                <a16:creationId xmlns:a16="http://schemas.microsoft.com/office/drawing/2014/main" id="{D813FC05-A57A-6977-997F-0DBA98E33F85}"/>
              </a:ext>
            </a:extLst>
          </p:cNvPr>
          <p:cNvSpPr txBox="1">
            <a:spLocks/>
          </p:cNvSpPr>
          <p:nvPr/>
        </p:nvSpPr>
        <p:spPr>
          <a:xfrm>
            <a:off x="1071879" y="4545078"/>
            <a:ext cx="21981614" cy="91496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rtl="0" eaLnBrk="1" fontAlgn="base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defRPr sz="4800" b="1" i="0" kern="120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5pPr>
            <a:lvl6pPr marL="18287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6pPr>
            <a:lvl7pPr marL="365741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7pPr>
            <a:lvl8pPr marL="548612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8pPr>
            <a:lvl9pPr marL="731483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Entregáveis até Dez/2025</a:t>
            </a:r>
            <a:endParaRPr lang="pt-BR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✅ Mapeamento de fontes e arquivos</a:t>
            </a:r>
            <a:endParaRPr lang="pt-BR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✅ Organização no S3</a:t>
            </a:r>
            <a:endParaRPr lang="pt-BR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✅ ETL com Glue</a:t>
            </a:r>
            <a:endParaRPr lang="pt-BR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✅ Dataset disponível no Athena</a:t>
            </a:r>
            <a:endParaRPr lang="pt-BR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✅ Reestruturação dos scripts </a:t>
            </a:r>
            <a:r>
              <a:rPr lang="pt-BR" sz="2200" b="0" err="1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disponiveis</a:t>
            </a:r>
            <a:endParaRPr lang="pt-BR" sz="2200" b="0">
              <a:solidFill>
                <a:schemeClr val="bg1">
                  <a:lumMod val="65000"/>
                </a:schemeClr>
              </a:solidFill>
              <a:latin typeface="IberPangea Text"/>
              <a:ea typeface="IberPangea Text"/>
              <a:cs typeface="IberPangea Text"/>
            </a:endParaRPr>
          </a:p>
          <a:p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 </a:t>
            </a: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➡️ Resultado esperado:</a:t>
            </a: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 </a:t>
            </a:r>
            <a:r>
              <a:rPr lang="pt-BR" sz="2200" b="0" i="1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Data Lake Audit estruturado e operacional</a:t>
            </a:r>
            <a:endParaRPr lang="pt-BR">
              <a:solidFill>
                <a:schemeClr val="bg1">
                  <a:lumMod val="65000"/>
                </a:schemeClr>
              </a:solidFill>
            </a:endParaRPr>
          </a:p>
          <a:p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Plano Semestral – 2026</a:t>
            </a:r>
            <a:endParaRPr lang="pt-BR">
              <a:solidFill>
                <a:schemeClr val="bg1">
                  <a:lumMod val="65000"/>
                </a:schemeClr>
              </a:solidFill>
              <a:latin typeface="IberPangea Text"/>
              <a:ea typeface="IberPangea Text"/>
              <a:cs typeface="IberPangea Text"/>
            </a:endParaRP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Foco: Validação de testes automatizados, governança e indicadores</a:t>
            </a:r>
            <a:endParaRPr lang="pt-BR">
              <a:solidFill>
                <a:schemeClr val="bg1">
                  <a:lumMod val="65000"/>
                </a:schemeClr>
              </a:solidFill>
              <a:latin typeface="IberPangea Text"/>
              <a:ea typeface="IberPangea Text"/>
              <a:cs typeface="IberPangea Text"/>
            </a:endParaRP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Sugestão de 5 indicadores</a:t>
            </a:r>
          </a:p>
          <a:p>
            <a:pPr marL="285750" indent="-285750">
              <a:buFont typeface="Arial"/>
              <a:buChar char="•"/>
            </a:pPr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Indicadores sugeridos: </a:t>
            </a:r>
            <a:endParaRPr lang="pt-BR">
              <a:solidFill>
                <a:schemeClr val="bg1">
                  <a:lumMod val="65000"/>
                </a:schemeClr>
              </a:solidFill>
              <a:latin typeface="IberPangea Text"/>
              <a:ea typeface="IberPangea Text"/>
              <a:cs typeface="IberPangea Text"/>
            </a:endParaRPr>
          </a:p>
          <a:p>
            <a:pPr marL="742950" lvl="1" indent="-285750">
              <a:buFont typeface="Arial"/>
              <a:buChar char="•"/>
            </a:pP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Processo de Parcelamento: teste automatizado para verificar a troca de titularidade (foi identificada fraude nesse processo em trabalho anterior de auditoria)</a:t>
            </a:r>
            <a:endParaRPr lang="pt-BR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Gestão de Incidentes </a:t>
            </a:r>
          </a:p>
          <a:p>
            <a:pPr marL="742950" lvl="1" indent="-285750">
              <a:buFont typeface="Arial"/>
              <a:buChar char="•"/>
            </a:pP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Gestão de Acidentes x Fraudes ( verificação) - verificar viabilização</a:t>
            </a:r>
          </a:p>
          <a:p>
            <a:pPr marL="742950" lvl="1" indent="-285750">
              <a:buFont typeface="Arial"/>
              <a:buChar char="•"/>
            </a:pP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Benchmark externo ( </a:t>
            </a:r>
            <a:r>
              <a:rPr lang="pt-BR" sz="220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Cristiian</a:t>
            </a: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pt-BR" sz="220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linkedin</a:t>
            </a: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)</a:t>
            </a:r>
          </a:p>
          <a:p>
            <a:pPr marL="742950" lvl="1" indent="-285750">
              <a:buFont typeface="Arial"/>
              <a:buChar char="•"/>
            </a:pP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Benchmark externo</a:t>
            </a:r>
          </a:p>
          <a:p>
            <a:pPr marL="742950" lvl="1" indent="-285750">
              <a:buFont typeface="Arial"/>
              <a:buChar char="•"/>
            </a:pPr>
            <a:r>
              <a:rPr lang="pt-BR" sz="2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Scripts feitos( pegar a ideia e resetruturar)</a:t>
            </a:r>
          </a:p>
          <a:p>
            <a:pPr marL="742950" lvl="1" indent="-285750">
              <a:buFont typeface="Arial"/>
              <a:buChar char="•"/>
            </a:pPr>
            <a:endParaRPr lang="pt-BR" sz="220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  <a:p>
            <a:endParaRPr lang="pt-BR" sz="2200">
              <a:solidFill>
                <a:schemeClr val="bg1">
                  <a:lumMod val="65000"/>
                </a:schemeClr>
              </a:solidFill>
            </a:endParaRPr>
          </a:p>
          <a:p>
            <a:endParaRPr lang="pt-BR" sz="30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ítulo 7">
            <a:extLst>
              <a:ext uri="{FF2B5EF4-FFF2-40B4-BE49-F238E27FC236}">
                <a16:creationId xmlns:a16="http://schemas.microsoft.com/office/drawing/2014/main" id="{1F8D5F93-99A4-3066-0297-4BCB1FD2971D}"/>
              </a:ext>
            </a:extLst>
          </p:cNvPr>
          <p:cNvSpPr txBox="1">
            <a:spLocks/>
          </p:cNvSpPr>
          <p:nvPr/>
        </p:nvSpPr>
        <p:spPr>
          <a:xfrm>
            <a:off x="1074062" y="2002857"/>
            <a:ext cx="20198939" cy="30536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rtl="0" eaLnBrk="1" fontAlgn="base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defRPr sz="4800" b="1" i="0" kern="1200">
                <a:solidFill>
                  <a:schemeClr val="tx2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5pPr>
            <a:lvl6pPr marL="18287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6pPr>
            <a:lvl7pPr marL="365741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7pPr>
            <a:lvl8pPr marL="548612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8pPr>
            <a:lvl9pPr marL="731483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00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A proposta seria de cronograma e implementação de plano semestral de auditoria contínua, por se tratar de um projeto piloto, com adoção de novas ferramentas e metodologias, o planejamento semestral permitirá testar, avaliar e refinar os processos com aprendizado contínuo.</a:t>
            </a:r>
            <a:endParaRPr lang="pt-BR" sz="2200" b="0" err="1">
              <a:solidFill>
                <a:schemeClr val="bg1">
                  <a:lumMod val="65000"/>
                </a:schemeClr>
              </a:solidFill>
              <a:latin typeface="IberPangea Text"/>
              <a:ea typeface="IberPangea Text"/>
              <a:cs typeface="IberPangea Text"/>
            </a:endParaRPr>
          </a:p>
          <a:p>
            <a:r>
              <a:rPr lang="pt-BR" sz="2200" b="0">
                <a:solidFill>
                  <a:schemeClr val="bg1">
                    <a:lumMod val="65000"/>
                  </a:schemeClr>
                </a:solidFill>
                <a:latin typeface="IberPangea Text"/>
                <a:ea typeface="IberPangea Text"/>
                <a:cs typeface="IberPangea Text"/>
              </a:rPr>
              <a:t>Foco do 1º semestre de 2026 se dará na : implementação e validação dos primeiros testes automatizados, identificação de gargalos técnicos e processuais,  definição de governança e indicadores de desempenho e na  consolidação dos resultados e ajustes metodológicos</a:t>
            </a:r>
            <a:endParaRPr lang="pt-BR">
              <a:solidFill>
                <a:schemeClr val="bg1">
                  <a:lumMod val="65000"/>
                </a:schemeClr>
              </a:solidFill>
            </a:endParaRPr>
          </a:p>
          <a:p>
            <a:endParaRPr lang="pt-BR" sz="2200">
              <a:solidFill>
                <a:schemeClr val="bg1">
                  <a:lumMod val="6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endParaRPr lang="pt-BR" sz="220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  <a:p>
            <a:endParaRPr lang="pt-BR" sz="2200">
              <a:solidFill>
                <a:schemeClr val="bg1">
                  <a:lumMod val="65000"/>
                </a:schemeClr>
              </a:solidFill>
            </a:endParaRPr>
          </a:p>
          <a:p>
            <a:endParaRPr lang="pt-BR" sz="30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599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AE5EF87-59F9-E613-D813-B495483A89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lIns="91440" tIns="45720" rIns="91440" bIns="45720" anchor="t"/>
          <a:lstStyle/>
          <a:p>
            <a:r>
              <a:rPr lang="en-US" sz="5400" b="1">
                <a:latin typeface="IberPangea Text"/>
                <a:ea typeface="IberPangea Text"/>
                <a:cs typeface="IberPangea Text"/>
              </a:rPr>
              <a:t>7-  </a:t>
            </a:r>
            <a:r>
              <a:rPr lang="en-US" sz="5400" b="1" err="1">
                <a:latin typeface="IberPangea Text"/>
                <a:ea typeface="IberPangea Text"/>
                <a:cs typeface="IberPangea Text"/>
              </a:rPr>
              <a:t>Fases</a:t>
            </a:r>
            <a:r>
              <a:rPr lang="en-US" sz="5400" b="1">
                <a:latin typeface="IberPangea Text"/>
                <a:ea typeface="IberPangea Text"/>
                <a:cs typeface="IberPangea Text"/>
              </a:rPr>
              <a:t> de </a:t>
            </a:r>
            <a:r>
              <a:rPr lang="en-US" sz="5400" b="1" err="1">
                <a:latin typeface="IberPangea Text"/>
                <a:ea typeface="IberPangea Text"/>
                <a:cs typeface="IberPangea Text"/>
              </a:rPr>
              <a:t>Implementação</a:t>
            </a:r>
            <a:endParaRPr lang="en-US" sz="5400" b="1" err="1">
              <a:solidFill>
                <a:srgbClr val="00A443"/>
              </a:solidFill>
              <a:latin typeface="IberPangea Text"/>
              <a:ea typeface="IberPangea Text"/>
              <a:cs typeface="IberPangea Text"/>
            </a:endParaRPr>
          </a:p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1ED82891-BBC0-A199-3C41-5D5FA4FA8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A49E42-579D-0A4D-A382-D64C66A04E33}" type="slidenum">
              <a:rPr lang="es-ES" smtClean="0"/>
              <a:pPr/>
              <a:t>9</a:t>
            </a:fld>
            <a:endParaRPr lang="es-ES"/>
          </a:p>
        </p:txBody>
      </p:sp>
      <p:pic>
        <p:nvPicPr>
          <p:cNvPr id="27" name="Imagem 26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FB821327-249C-5BF9-E573-38662B985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019" y="3498761"/>
            <a:ext cx="21308373" cy="41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67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07544"/>
      </p:ext>
    </p:extLst>
  </p:cSld>
  <p:clrMapOvr>
    <a:masterClrMapping/>
  </p:clrMapOvr>
</p:sld>
</file>

<file path=ppt/theme/theme1.xml><?xml version="1.0" encoding="utf-8"?>
<a:theme xmlns:a="http://schemas.openxmlformats.org/drawingml/2006/main" name="ScottishPower">
  <a:themeElements>
    <a:clrScheme name="Iberdrola colors">
      <a:dk1>
        <a:srgbClr val="00402A"/>
      </a:dk1>
      <a:lt1>
        <a:srgbClr val="FFFFFF"/>
      </a:lt1>
      <a:dk2>
        <a:srgbClr val="00A443"/>
      </a:dk2>
      <a:lt2>
        <a:srgbClr val="FFF5EC"/>
      </a:lt2>
      <a:accent1>
        <a:srgbClr val="FF9C1A"/>
      </a:accent1>
      <a:accent2>
        <a:srgbClr val="0DA9FF"/>
      </a:accent2>
      <a:accent3>
        <a:srgbClr val="2F6851"/>
      </a:accent3>
      <a:accent4>
        <a:srgbClr val="699282"/>
      </a:accent4>
      <a:accent5>
        <a:srgbClr val="A2BCB1"/>
      </a:accent5>
      <a:accent6>
        <a:srgbClr val="DCEBE1"/>
      </a:accent6>
      <a:hlink>
        <a:srgbClr val="00A443"/>
      </a:hlink>
      <a:folHlink>
        <a:srgbClr val="00A443"/>
      </a:folHlink>
    </a:clrScheme>
    <a:fontScheme name="Iberdrola">
      <a:majorFont>
        <a:latin typeface="IberPangea"/>
        <a:ea typeface=""/>
        <a:cs typeface=""/>
      </a:majorFont>
      <a:minorFont>
        <a:latin typeface="IberPangea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sz="2000" dirty="0" err="1" smtClean="0">
            <a:solidFill>
              <a:schemeClr val="accent4"/>
            </a:solidFill>
            <a:latin typeface="IberPangea Text Light" panose="020B0404000000000000" pitchFamily="34" charset="0"/>
            <a:ea typeface="IberPangea Text Light" panose="020B0404000000000000" pitchFamily="34" charset="0"/>
            <a:cs typeface="IberPangea Text Light" panose="020B0404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2" id="{DFFE7A06-CD0D-8345-B309-5B0D468AD20E}" vid="{05BA3980-ACBA-9646-B194-F3C4D0533C8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09E90CD810884BAFCAD4823A1817BA" ma:contentTypeVersion="18" ma:contentTypeDescription="Crie um novo documento." ma:contentTypeScope="" ma:versionID="a5f216c500005e767098a9ff07094546">
  <xsd:schema xmlns:xsd="http://www.w3.org/2001/XMLSchema" xmlns:xs="http://www.w3.org/2001/XMLSchema" xmlns:p="http://schemas.microsoft.com/office/2006/metadata/properties" xmlns:ns2="04122236-30bc-4d1f-834a-a6fbe18e83f3" xmlns:ns3="46f92d61-b6ca-485f-907f-de7094f59048" targetNamespace="http://schemas.microsoft.com/office/2006/metadata/properties" ma:root="true" ma:fieldsID="884a8f76dfd19173da2095080af7639f" ns2:_="" ns3:_="">
    <xsd:import namespace="04122236-30bc-4d1f-834a-a6fbe18e83f3"/>
    <xsd:import namespace="46f92d61-b6ca-485f-907f-de7094f590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22236-30bc-4d1f-834a-a6fbe18e83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84e374b-9a04-4d73-a251-4ce1ae2c83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92d61-b6ca-485f-907f-de7094f5904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1d045ef4-c6b7-412f-8d5c-a31044d7890f}" ma:internalName="TaxCatchAll" ma:showField="CatchAllData" ma:web="46f92d61-b6ca-485f-907f-de7094f590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122236-30bc-4d1f-834a-a6fbe18e83f3">
      <Terms xmlns="http://schemas.microsoft.com/office/infopath/2007/PartnerControls"/>
    </lcf76f155ced4ddcb4097134ff3c332f>
    <TaxCatchAll xmlns="46f92d61-b6ca-485f-907f-de7094f59048" xsi:nil="true"/>
  </documentManagement>
</p:properties>
</file>

<file path=customXml/itemProps1.xml><?xml version="1.0" encoding="utf-8"?>
<ds:datastoreItem xmlns:ds="http://schemas.openxmlformats.org/officeDocument/2006/customXml" ds:itemID="{E51E3CF3-2067-4714-B381-20A9A0EAD24B}">
  <ds:schemaRefs>
    <ds:schemaRef ds:uri="04122236-30bc-4d1f-834a-a6fbe18e83f3"/>
    <ds:schemaRef ds:uri="46f92d61-b6ca-485f-907f-de7094f590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DDD001-9B15-44EC-92D4-F0985AA8E5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225985-E045-4255-A5C0-29440C646005}">
  <ds:schemaRefs>
    <ds:schemaRef ds:uri="04122236-30bc-4d1f-834a-a6fbe18e83f3"/>
    <ds:schemaRef ds:uri="106cf1b1-6dd6-4858-a125-4e856adba774"/>
    <ds:schemaRef ds:uri="46f92d61-b6ca-485f-907f-de7094f59048"/>
    <ds:schemaRef ds:uri="b196ffa9-5a60-4d29-b06e-ee8cd3f24d9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Iberdrola</Templat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ScottishPower</vt:lpstr>
      <vt:lpstr>PowerPoint Presentation</vt:lpstr>
      <vt:lpstr>A Auditoria Interna da Neoenergia opera, atualmente, sob um modelo predominantemente tradicional, baseado em revisões periódicas, análises pontuais e execução manual de testes.  Embora essa abordagem garanta conformidade, ela limita a capacidade de resposta em tempo real e reduz o potencial de identificação proativa de riscos e irregularidades.  Nos últimos anos, foram desenvolvidos scripts e análises isoladas por diferentes auditores, representando um primeiro passo importante em direção à automação.  No entanto,  essas iniciativas ainda se encontram dispersas e sem um repositório estruturado ou integração com a camada de dados corporativa, o que dificulta a reutilização, governança e escalabilidade.  O objetivo central desta proposta é consolidar esses ativos, avaliando sua aplicabilidade dentro de uma arquitetura unificada baseada nos serviços da AWS (Amazon S3, AWS Glue e Amazon Athena), permitindo a transição gradual de um modelo reativo para um modelo contínuo, preventivo e orientado por dados.   Essa evolução possibilitará o monitoramento permanente dos processos críticos da organização, reduzindo riscos e ampliando a eficiência das auditorias.</vt:lpstr>
      <vt:lpstr>O escopo inicial do projeto de Auditoria Contínua será definido a partir de três eixos estratégicos que garantem alinhamento técnico e aderência à realidade operacional da Neoenergia:  1. Relatórios de Auditoria (2024–2025): consolidação e análise dos trabalhos recentes, identificando padrões, recorrências e oportunidades de automação. 2. Matriz de Riscos Corporativa:  utilização dos principais riscos mapeados pela organização como base para priorização de testes e monitores. 3. Lista de Automações Sugeridas: partir da lista que foi criada pelos auditores de automações sugeridas - Lista Sugestoes Scripts 4. Análise dos Scripts que já foram criados : analisar os scripts que já foram criados e analisar se são viáveis para inclusão na nova estrutura  A partir desse diagnóstico, serão priorizados os processos e testes com maior impacto de controle e maior potencial de automação, formando a primeira onda de monitores contínuos.  O escopo será dinâmico e evolutivo, permitindo o acréscimo de novos monitores conforme a maturidade dos dados e a expansão da infraestrutura.       </vt:lpstr>
      <vt:lpstr>A definição do escopo e dos testes automatizados será guiada pelos pilares estratégicos da Neoenergia, que refletem as principais dimensões de governança e desempenho da companhia.  Cada pilar desdobra-se em indicadores-chave que permitirão mensurar riscos, conformidade e efetividade dos controles internos.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PPT</dc:title>
  <dc:subject/>
  <dc:creator>Miriam Martin</dc:creator>
  <cp:keywords/>
  <dc:description/>
  <cp:revision>1</cp:revision>
  <cp:lastPrinted>2019-12-02T13:37:01Z</cp:lastPrinted>
  <dcterms:created xsi:type="dcterms:W3CDTF">2023-03-29T12:47:49Z</dcterms:created>
  <dcterms:modified xsi:type="dcterms:W3CDTF">2025-10-13T19:41:19Z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0x0101007D09E90CD810884BAFCAD4823A1817BA</vt:lpwstr>
  </property>
  <property fmtid="{D5CDD505-2E9C-101B-9397-08002B2CF9AE}" pid="3" name="MSIP_Label_019c027e-33b7-45fc-a572-8ffa5d09ec36_Enabled">
    <vt:lpwstr>true</vt:lpwstr>
  </property>
  <property fmtid="{D5CDD505-2E9C-101B-9397-08002B2CF9AE}" pid="4" name="MSIP_Label_019c027e-33b7-45fc-a572-8ffa5d09ec36_SetDate">
    <vt:lpwstr>2023-10-23T17:16:01Z</vt:lpwstr>
  </property>
  <property fmtid="{D5CDD505-2E9C-101B-9397-08002B2CF9AE}" pid="5" name="MSIP_Label_019c027e-33b7-45fc-a572-8ffa5d09ec36_Method">
    <vt:lpwstr>Standard</vt:lpwstr>
  </property>
  <property fmtid="{D5CDD505-2E9C-101B-9397-08002B2CF9AE}" pid="6" name="MSIP_Label_019c027e-33b7-45fc-a572-8ffa5d09ec36_Name">
    <vt:lpwstr>Internal Use</vt:lpwstr>
  </property>
  <property fmtid="{D5CDD505-2E9C-101B-9397-08002B2CF9AE}" pid="7" name="MSIP_Label_019c027e-33b7-45fc-a572-8ffa5d09ec36_SiteId">
    <vt:lpwstr>031a09bc-a2bf-44df-888e-4e09355b7a24</vt:lpwstr>
  </property>
  <property fmtid="{D5CDD505-2E9C-101B-9397-08002B2CF9AE}" pid="8" name="MSIP_Label_019c027e-33b7-45fc-a572-8ffa5d09ec36_ActionId">
    <vt:lpwstr>ee314b08-131c-4e7a-bf6d-ffb8344c2d8a</vt:lpwstr>
  </property>
  <property fmtid="{D5CDD505-2E9C-101B-9397-08002B2CF9AE}" pid="9" name="MSIP_Label_019c027e-33b7-45fc-a572-8ffa5d09ec36_ContentBits">
    <vt:lpwstr>2</vt:lpwstr>
  </property>
  <property fmtid="{D5CDD505-2E9C-101B-9397-08002B2CF9AE}" pid="10" name="MediaServiceImageTags">
    <vt:lpwstr/>
  </property>
</Properties>
</file>